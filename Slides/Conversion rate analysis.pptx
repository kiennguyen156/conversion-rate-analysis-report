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2" r:id="rId5"/>
    <p:sldMasterId id="2147483803" r:id="rId6"/>
    <p:sldMasterId id="2147483804" r:id="rId7"/>
    <p:sldMasterId id="2147483805" r:id="rId8"/>
    <p:sldMasterId id="214748380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Lst>
  <p:sldSz cy="5143500" cx="9144000"/>
  <p:notesSz cx="6858000" cy="9144000"/>
  <p:embeddedFontLst>
    <p:embeddedFont>
      <p:font typeface="Raleway"/>
      <p:regular r:id="rId36"/>
      <p:bold r:id="rId37"/>
      <p:italic r:id="rId38"/>
      <p:boldItalic r:id="rId39"/>
    </p:embeddedFont>
    <p:embeddedFont>
      <p:font typeface="Raleway ExtraBold"/>
      <p:bold r:id="rId40"/>
      <p:boldItalic r:id="rId41"/>
    </p:embeddedFont>
    <p:embeddedFont>
      <p:font typeface="Raleway Medium"/>
      <p:regular r:id="rId42"/>
      <p:bold r:id="rId43"/>
      <p:italic r:id="rId44"/>
      <p:boldItalic r:id="rId45"/>
    </p:embeddedFont>
    <p:embeddedFont>
      <p:font typeface="Be Vietnam Pro ExtraBold"/>
      <p:bold r:id="rId46"/>
      <p:boldItalic r:id="rId47"/>
    </p:embeddedFont>
    <p:embeddedFont>
      <p:font typeface="Be Vietnam Pro"/>
      <p:regular r:id="rId48"/>
      <p:bold r:id="rId49"/>
      <p:italic r:id="rId50"/>
      <p:boldItalic r:id="rId51"/>
    </p:embeddedFont>
    <p:embeddedFont>
      <p:font typeface="PT Sans"/>
      <p:regular r:id="rId52"/>
      <p:bold r:id="rId53"/>
      <p:italic r:id="rId54"/>
      <p:boldItalic r:id="rId55"/>
    </p:embeddedFont>
    <p:embeddedFont>
      <p:font typeface="Be Vietnam Pro Medium"/>
      <p:regular r:id="rId56"/>
      <p:bold r:id="rId57"/>
      <p:italic r:id="rId58"/>
      <p:boldItalic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697">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9" name="Xom Data"/>
  <p:cmAuthor clrIdx="1" id="1" initials="" lastIdx="6" name="Nguyễn Đức Phúc Kiê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9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ExtraBold-bold.fntdata"/><Relationship Id="rId42" Type="http://schemas.openxmlformats.org/officeDocument/2006/relationships/font" Target="fonts/RalewayMedium-regular.fntdata"/><Relationship Id="rId41" Type="http://schemas.openxmlformats.org/officeDocument/2006/relationships/font" Target="fonts/RalewayExtraBold-boldItalic.fntdata"/><Relationship Id="rId44" Type="http://schemas.openxmlformats.org/officeDocument/2006/relationships/font" Target="fonts/RalewayMedium-italic.fntdata"/><Relationship Id="rId43" Type="http://schemas.openxmlformats.org/officeDocument/2006/relationships/font" Target="fonts/RalewayMedium-bold.fntdata"/><Relationship Id="rId46" Type="http://schemas.openxmlformats.org/officeDocument/2006/relationships/font" Target="fonts/BeVietnamProExtraBold-bold.fntdata"/><Relationship Id="rId45" Type="http://schemas.openxmlformats.org/officeDocument/2006/relationships/font" Target="fonts/RalewayMedium-boldItalic.fntdata"/><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Master" Target="slideMasters/slideMaster5.xml"/><Relationship Id="rId48" Type="http://schemas.openxmlformats.org/officeDocument/2006/relationships/font" Target="fonts/BeVietnamPro-regular.fntdata"/><Relationship Id="rId47" Type="http://schemas.openxmlformats.org/officeDocument/2006/relationships/font" Target="fonts/BeVietnamProExtraBold-boldItalic.fntdata"/><Relationship Id="rId49" Type="http://schemas.openxmlformats.org/officeDocument/2006/relationships/font" Target="fonts/BeVietnamPr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font" Target="fonts/Raleway-bold.fntdata"/><Relationship Id="rId36" Type="http://schemas.openxmlformats.org/officeDocument/2006/relationships/font" Target="fonts/Raleway-regular.fntdata"/><Relationship Id="rId39" Type="http://schemas.openxmlformats.org/officeDocument/2006/relationships/font" Target="fonts/Raleway-boldItalic.fntdata"/><Relationship Id="rId38" Type="http://schemas.openxmlformats.org/officeDocument/2006/relationships/font" Target="fonts/Raleway-italic.fntdata"/><Relationship Id="rId62" Type="http://schemas.openxmlformats.org/officeDocument/2006/relationships/font" Target="fonts/OpenSans-italic.fntdata"/><Relationship Id="rId61" Type="http://schemas.openxmlformats.org/officeDocument/2006/relationships/font" Target="fonts/OpenSans-bold.fntdata"/><Relationship Id="rId20" Type="http://schemas.openxmlformats.org/officeDocument/2006/relationships/slide" Target="slides/slide10.xml"/><Relationship Id="rId63" Type="http://schemas.openxmlformats.org/officeDocument/2006/relationships/font" Target="fonts/OpenSans-boldItalic.fntdata"/><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font" Target="fonts/OpenSans-regular.fntdata"/><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BeVietnamPro-boldItalic.fntdata"/><Relationship Id="rId50" Type="http://schemas.openxmlformats.org/officeDocument/2006/relationships/font" Target="fonts/BeVietnamPro-italic.fntdata"/><Relationship Id="rId53" Type="http://schemas.openxmlformats.org/officeDocument/2006/relationships/font" Target="fonts/PTSans-bold.fntdata"/><Relationship Id="rId52" Type="http://schemas.openxmlformats.org/officeDocument/2006/relationships/font" Target="fonts/PTSans-regular.fntdata"/><Relationship Id="rId11" Type="http://schemas.openxmlformats.org/officeDocument/2006/relationships/slide" Target="slides/slide1.xml"/><Relationship Id="rId55" Type="http://schemas.openxmlformats.org/officeDocument/2006/relationships/font" Target="fonts/PTSans-boldItalic.fntdata"/><Relationship Id="rId10" Type="http://schemas.openxmlformats.org/officeDocument/2006/relationships/notesMaster" Target="notesMasters/notesMaster1.xml"/><Relationship Id="rId54" Type="http://schemas.openxmlformats.org/officeDocument/2006/relationships/font" Target="fonts/PTSans-italic.fntdata"/><Relationship Id="rId13" Type="http://schemas.openxmlformats.org/officeDocument/2006/relationships/slide" Target="slides/slide3.xml"/><Relationship Id="rId57" Type="http://schemas.openxmlformats.org/officeDocument/2006/relationships/font" Target="fonts/BeVietnamProMedium-bold.fntdata"/><Relationship Id="rId12" Type="http://schemas.openxmlformats.org/officeDocument/2006/relationships/slide" Target="slides/slide2.xml"/><Relationship Id="rId56" Type="http://schemas.openxmlformats.org/officeDocument/2006/relationships/font" Target="fonts/BeVietnamProMedium-regular.fntdata"/><Relationship Id="rId15" Type="http://schemas.openxmlformats.org/officeDocument/2006/relationships/slide" Target="slides/slide5.xml"/><Relationship Id="rId59" Type="http://schemas.openxmlformats.org/officeDocument/2006/relationships/font" Target="fonts/BeVietnamProMedium-boldItalic.fntdata"/><Relationship Id="rId14" Type="http://schemas.openxmlformats.org/officeDocument/2006/relationships/slide" Target="slides/slide4.xml"/><Relationship Id="rId58" Type="http://schemas.openxmlformats.org/officeDocument/2006/relationships/font" Target="fonts/BeVietnamProMedium-italic.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14T13:32:19.863">
    <p:pos x="840" y="1278"/>
    <p:text>Tốt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7-14T15:43:36.798">
    <p:pos x="1025" y="1161"/>
    <p:text>Highlight các chỉ số + đổi màu số lên xem số đó là tốt (xanh) hay tệ (đỏ) e ơi</p:text>
  </p:cm>
  <p:cm authorId="1" idx="1" dt="2026-07-14T15:43:36.798">
    <p:pos x="1025" y="1161"/>
    <p:text>em đã highlight ạ</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7-14T15:43:50.056">
    <p:pos x="2953" y="700"/>
    <p:text>CR vs prev step =&gt; e ghi vậy cho rõ nhe</p:text>
  </p:cm>
  <p:cm authorId="1" idx="2" dt="2026-07-14T15:43:50.056">
    <p:pos x="2953" y="700"/>
    <p:text>em đã điều chỉnh ạ</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7-14T15:44:33.175">
    <p:pos x="453" y="767"/>
    <p:text>Ô chart này mất luôn trục X rồi =)))))</p:text>
  </p:cm>
  <p:cm authorId="1" idx="3" dt="2026-07-14T15:44:33.175">
    <p:pos x="453" y="767"/>
    <p:text>em đã điều chỉnh lỗi từ cơn buồn ngủ ạ:)))</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7-14T13:51:57.877">
    <p:pos x="453" y="339"/>
    <p:text>Cái này theo a hiểu là CR đúng k Kiên?</p:text>
  </p:cm>
  <p:cm authorId="1" idx="4" dt="2026-07-14T13:51:57.877">
    <p:pos x="453" y="339"/>
    <p:text>dạ đúng rồi á anh, khúc này em bóc nhỏ ra thêm theo 3 trang ở bước thanh toán á anh</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7-14T15:46:00.948">
    <p:pos x="453" y="339"/>
    <p:text>Title đang là kiểu Railway thì slide này đổi thành Times New nên đọc ko vào mắt =)) Sửa đồng bộ cho a nhé
1 kiểu font thống nhất thoi cho đỡ</p:text>
  </p:cm>
  <p:cm authorId="1" idx="5" dt="2026-07-14T15:46:00.948">
    <p:pos x="453" y="339"/>
    <p:text>em đã điều chỉnh ạ</p:text>
  </p:cm>
  <p:cm authorId="0" idx="7" dt="2026-07-14T13:33:58.908">
    <p:pos x="453" y="767"/>
    <p:text>TỐT !!</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7-14T13:34:21.610">
    <p:pos x="558" y="731"/>
    <p:text>Hay =)))) Được quá</p:text>
  </p:cm>
  <p:cm authorId="0" idx="9" dt="2026-07-14T15:45:43.981">
    <p:pos x="1924" y="731"/>
    <p:text>Phần này e ngắn gọn hơn xíu xiu + tăng khoảng trống ra xíu vì a đọc bị dày chữ quá</p:text>
  </p:cm>
  <p:cm authorId="1" idx="6" dt="2026-07-14T15:45:43.981">
    <p:pos x="1924" y="731"/>
    <p:text>dạ rồi anh ơi, nịnh mắt hơn chưa anh:))</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nvertibles.dev/blogs/optimization/increase-ecommerce-conversion-rate#conversion-rate-benchmarks-by-industry" TargetMode="External"/><Relationship Id="rId3" Type="http://schemas.openxmlformats.org/officeDocument/2006/relationships/hyperlink" Target="https://convertibles.dev/blogs/optimization/increase-ecommerce-conversion-rate#conversion-rate-benchmarks-by-industry"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Bài báo cáo phân tích tỷ lệ chuyển đổi của khách hàng qua từng điểm chạm, đồng thời đưa ra kết quả A/B testing cho đội làm sản phẩm.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sánh với tỷ lệ chuyển đổi trung bình ở mức 2.4% - 2.8% theo lĩnh vực Toys &amp; Games (</a:t>
            </a:r>
            <a:r>
              <a:rPr lang="en" u="sng">
                <a:solidFill>
                  <a:schemeClr val="hlink"/>
                </a:solidFill>
                <a:hlinkClick r:id="rId2"/>
              </a:rPr>
              <a:t>Convertibles</a:t>
            </a:r>
            <a:r>
              <a:rPr lang="en" u="sng">
                <a:solidFill>
                  <a:schemeClr val="hlink"/>
                </a:solidFill>
                <a:hlinkClick r:id="rId3"/>
              </a:rPr>
              <a:t>, 2026</a:t>
            </a:r>
            <a:r>
              <a:rPr lang="en"/>
              <a:t>), tỷ lệ chuyển đổi của cửa hàng đang rất tốt (gấp 3 lần mức trung bình). Nhưng liệu con số </a:t>
            </a:r>
            <a:r>
              <a:rPr lang="en">
                <a:solidFill>
                  <a:schemeClr val="dk1"/>
                </a:solidFill>
              </a:rPr>
              <a:t>6.83% có phản ánh đúng chất lượng trải nghiệm của khách hàng khi mua hàng trên website của cửa hàng hay không</a:t>
            </a:r>
            <a:r>
              <a:rPr lang="en"/>
              <a:t>?</a:t>
            </a:r>
            <a:r>
              <a:rPr lang="en"/>
              <a:t> Khi bóc tách con số 6.83% này ra thì vẫn thấy có những điểm chạm có thể cải thiện được để thúc đẩy được nhiều người dùng mua hàng hơn để phát triển thêm doanh thu.</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3f35b2b2d34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3f35b2b2d34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Bóc tách chỉ số tỷ lệ chuyển đổi theo từng điểm chạm quan trọng trong quy trình mua hàng của khách hàng.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Nhánh 1: Chỉ có 44.45% tổng lượng traffic tiếp cận được trang chi tiết sản phẩm. Điều này có nghĩa là hơn 55% lượng truy cập đã rời đi (Bounce) ngay từ trang chủ, trang danh mục hoặc các trang bài viết. Sự chênh lệch giữa các lá ở nhánh này rất đáng chú ý: Khách hàng mới (43.22%) có tỷ lệ tìm đến sản phẩm thấp hơn hẳn so với khách hàng cũ (50.68%). Do nhóm khách mới chiếm đến 83% tổng lượng traffic (394,318 sessions), lực kéo tụt CR của nhóm này là cực kỳ mạnh.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Nhánh 4: Chỉ có 50.11% số khách hàng đã bắt đầu tiến trình thanh toán (Checkout) thực sự hoàn tất đơn hàng. Việc mất đi một nửa số khách hàng ở bước có "ý định mua hàng cao nhất" là một sự lãng phí rất lớn về doanh thu. Đáng chú ý là cả khách hàng mới (50.02%) và khách hàng cũ (50.51%) đều rớt ở tỷ lệ tương đương nhau. Điều này chứng tỏ vấn đề không nằm ở lòng tin hay thói quen người dùng, mà nằm ở trải nghiệm ngay tại bước thanh toán.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3f4852a816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3f4852a816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f4852a8168_1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3f4852a8168_1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3f4852a8168_1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3f4852a8168_1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18661f04b0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18661f04b0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Mặc dù tổng quan chỉ có 44.45% traffic vào được trang sản phẩm, nhưng vấn đề thực sự nằm ở thiết bị Mobile. Chỉ có 32.23% người dùng Mobile chịu đi tiếp, so với 49.91% của Desktop. Insight ở đây là: Chúng ta đang đổ tiền Marketing mang khách hàng về, nhưng giao diện trên điện thoại của chúng ta lại quá khó để khám phá, khiến phần lớn khách hàng bỏ đi ngay từ cửa.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184d99d1a72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184d99d1a72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Dù trang Lander 3 đang dẫn đầu với View Rate 34.52%, thì việc vẫn đánh rơi hơn 65% khách hàng ở kịch bản tốt nhất là một hồi chuông cảnh báo. Trải nghiệm lướt web trên Mobile cần một đợt đại tu toàn diện chứ không chỉ dừng lại ở việc tối ưu cục bộ.</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f4852a8168_1_1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3f4852a8168_1_1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3f465afd194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3f465afd194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Việc một nửa số khách hàng có ý định mua cao nhất rời đi ở bước thanh toán là sự lãng phí doanh thu khổng lồ. Tuy nhiên, kết quả A/B Testing cho thấy trang /billing-2 có tỷ lệ chốt đơn tốt hơn hẳn (Desktop đạt 64.98%, Mobile đạt 55.09%) so với trang /billing cũ (Desktop 46.10%, Mobile 34.55%).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3f465afd194_6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3f465afd194_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rang /billing-2 còn giúp thúc đẩy giá trị đơn hàng (AOV) tốt hơn trên Desktop và cả Mobile. Không cần chi thêm đồng nào cho quảng cáo, chỉ cần chuyển đổi giao diện thanh toán là đã có thể thu hồi ngay lượng tiền đang được bỏ ra để thử nghiệm cho 2 trang thanh toán.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3f4852a8168_1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g3f4852a8168_1_1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Vì cửa hàng đang triển khai A/B testing qua tập dữ liệu liên quan đến trang /billing và /billing-2. Phân tích dự phóng doanh thu để tìm ra dư địa phát triển cho cửa hàng.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g3f4b5947b2d_0_3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7" name="Google Shape;1677;g3f4b5947b2d_0_3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3f4852a8168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3f4852a8168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Trong thời gian tới, con số $139,701 sẽ là doanh thu kỳ vọng cho mỗi tháng bán hàng của TeddyWorld.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3f4852a8168_9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7" name="Google Shape;1717;g3f4852a8168_9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g3f4b5947b2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5" name="Google Shape;1735;g3f4b5947b2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3f4b5947b2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0" name="Google Shape;1750;g3f4b5947b2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g3f4b5947b2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5" name="Google Shape;1765;g3f4b5947b2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3f4b5947b2d_0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3f4b5947b2d_0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g3f4b5947b2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8" name="Google Shape;1798;g3f4b5947b2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g3f4b5947b2d_0_1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9" name="Google Shape;1809;g3f4b5947b2d_0_1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g3f4b5947b2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8" name="Google Shape;1828;g3f4b5947b2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g3f4b5947b2d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2" name="Google Shape;1852;g3f4b5947b2d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897050"/>
            <a:ext cx="6651600" cy="15621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833324" y="3906950"/>
            <a:ext cx="6065400" cy="414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4858075" y="1948525"/>
            <a:ext cx="3918900" cy="19443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4963434" y="924863"/>
            <a:ext cx="954000" cy="954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p:nvPr>
            <p:ph idx="3" type="pic"/>
          </p:nvPr>
        </p:nvSpPr>
        <p:spPr>
          <a:xfrm>
            <a:off x="1322338" y="539500"/>
            <a:ext cx="2760600" cy="4064400"/>
          </a:xfrm>
          <a:prstGeom prst="rect">
            <a:avLst/>
          </a:prstGeom>
          <a:noFill/>
          <a:ln>
            <a:noFill/>
          </a:ln>
        </p:spPr>
      </p:sp>
      <p:grpSp>
        <p:nvGrpSpPr>
          <p:cNvPr id="15" name="Google Shape;15;p3"/>
          <p:cNvGrpSpPr/>
          <p:nvPr/>
        </p:nvGrpSpPr>
        <p:grpSpPr>
          <a:xfrm>
            <a:off x="335" y="2150"/>
            <a:ext cx="713300" cy="5139225"/>
            <a:chOff x="7468800" y="0"/>
            <a:chExt cx="1675200" cy="5139225"/>
          </a:xfrm>
        </p:grpSpPr>
        <p:sp>
          <p:nvSpPr>
            <p:cNvPr id="16" name="Google Shape;16;p3"/>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 name="Google Shape;17;p3"/>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 name="Google Shape;18;p3"/>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 name="Google Shape;19;p3"/>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 name="Google Shape;20;p3"/>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 name="Google Shape;21;p3"/>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 name="Google Shape;22;p3"/>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1350150"/>
            <a:ext cx="2776200" cy="1119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 name="Google Shape;25;p4"/>
          <p:cNvSpPr txBox="1"/>
          <p:nvPr>
            <p:ph idx="1" type="body"/>
          </p:nvPr>
        </p:nvSpPr>
        <p:spPr>
          <a:xfrm>
            <a:off x="713225" y="2469150"/>
            <a:ext cx="2776200" cy="132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 name="Google Shape;28;p5"/>
          <p:cNvSpPr txBox="1"/>
          <p:nvPr>
            <p:ph idx="1" type="subTitle"/>
          </p:nvPr>
        </p:nvSpPr>
        <p:spPr>
          <a:xfrm>
            <a:off x="1628225" y="3279925"/>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idx="2" type="subTitle"/>
          </p:nvPr>
        </p:nvSpPr>
        <p:spPr>
          <a:xfrm>
            <a:off x="1628225" y="1845299"/>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 name="Google Shape;30;p5"/>
          <p:cNvSpPr txBox="1"/>
          <p:nvPr>
            <p:ph idx="3" type="subTitle"/>
          </p:nvPr>
        </p:nvSpPr>
        <p:spPr>
          <a:xfrm>
            <a:off x="1628225" y="1588175"/>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 name="Google Shape;31;p5"/>
          <p:cNvSpPr txBox="1"/>
          <p:nvPr>
            <p:ph idx="4" type="subTitle"/>
          </p:nvPr>
        </p:nvSpPr>
        <p:spPr>
          <a:xfrm>
            <a:off x="1628225" y="3022850"/>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2" name="Google Shape;32;p5"/>
          <p:cNvGrpSpPr/>
          <p:nvPr/>
        </p:nvGrpSpPr>
        <p:grpSpPr>
          <a:xfrm>
            <a:off x="0" y="4661988"/>
            <a:ext cx="9144000" cy="481513"/>
            <a:chOff x="0" y="4661988"/>
            <a:chExt cx="9144000" cy="481513"/>
          </a:xfrm>
        </p:grpSpPr>
        <p:sp>
          <p:nvSpPr>
            <p:cNvPr id="33" name="Google Shape;33;p5"/>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 name="Google Shape;34;p5"/>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 name="Google Shape;35;p5"/>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6" name="Google Shape;36;p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9" name="Google Shape;39;p6"/>
          <p:cNvGrpSpPr/>
          <p:nvPr/>
        </p:nvGrpSpPr>
        <p:grpSpPr>
          <a:xfrm>
            <a:off x="0" y="3429300"/>
            <a:ext cx="9141475" cy="1714200"/>
            <a:chOff x="0" y="3429300"/>
            <a:chExt cx="9141475" cy="1714200"/>
          </a:xfrm>
        </p:grpSpPr>
        <p:sp>
          <p:nvSpPr>
            <p:cNvPr id="40" name="Google Shape;40;p6"/>
            <p:cNvSpPr/>
            <p:nvPr/>
          </p:nvSpPr>
          <p:spPr>
            <a:xfrm flipH="1" rot="10800000">
              <a:off x="0" y="4286400"/>
              <a:ext cx="710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 name="Google Shape;41;p6"/>
            <p:cNvSpPr/>
            <p:nvPr/>
          </p:nvSpPr>
          <p:spPr>
            <a:xfrm flipH="1" rot="10800000">
              <a:off x="0" y="34293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 name="Google Shape;42;p6"/>
            <p:cNvSpPr/>
            <p:nvPr/>
          </p:nvSpPr>
          <p:spPr>
            <a:xfrm flipH="1" rot="10800000">
              <a:off x="8430775" y="42864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 name="Google Shape;43;p6"/>
            <p:cNvSpPr/>
            <p:nvPr/>
          </p:nvSpPr>
          <p:spPr>
            <a:xfrm>
              <a:off x="8430775" y="4125900"/>
              <a:ext cx="710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4" name="Google Shape;44;p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7"/>
          <p:cNvSpPr txBox="1"/>
          <p:nvPr>
            <p:ph type="title"/>
          </p:nvPr>
        </p:nvSpPr>
        <p:spPr>
          <a:xfrm>
            <a:off x="713225" y="845825"/>
            <a:ext cx="42948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 name="Google Shape;47;p7"/>
          <p:cNvSpPr txBox="1"/>
          <p:nvPr>
            <p:ph idx="1" type="subTitle"/>
          </p:nvPr>
        </p:nvSpPr>
        <p:spPr>
          <a:xfrm>
            <a:off x="713225" y="214107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48" name="Google Shape;48;p7"/>
          <p:cNvSpPr/>
          <p:nvPr>
            <p:ph idx="2" type="pic"/>
          </p:nvPr>
        </p:nvSpPr>
        <p:spPr>
          <a:xfrm>
            <a:off x="5479825" y="539500"/>
            <a:ext cx="2950800" cy="4064400"/>
          </a:xfrm>
          <a:prstGeom prst="rect">
            <a:avLst/>
          </a:prstGeom>
          <a:noFill/>
          <a:ln>
            <a:noFill/>
          </a:ln>
        </p:spPr>
      </p:sp>
      <p:grpSp>
        <p:nvGrpSpPr>
          <p:cNvPr id="49" name="Google Shape;49;p7"/>
          <p:cNvGrpSpPr/>
          <p:nvPr/>
        </p:nvGrpSpPr>
        <p:grpSpPr>
          <a:xfrm>
            <a:off x="7717675" y="3429300"/>
            <a:ext cx="1426200" cy="1714200"/>
            <a:chOff x="7717675" y="3429300"/>
            <a:chExt cx="1426200" cy="1714200"/>
          </a:xfrm>
        </p:grpSpPr>
        <p:sp>
          <p:nvSpPr>
            <p:cNvPr id="50" name="Google Shape;50;p7"/>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 name="Google Shape;51;p7"/>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 name="Google Shape;52;p7"/>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3" name="Google Shape;53;p7"/>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56" name="Google Shape;56;p8"/>
          <p:cNvGrpSpPr/>
          <p:nvPr/>
        </p:nvGrpSpPr>
        <p:grpSpPr>
          <a:xfrm>
            <a:off x="8424000" y="-4125"/>
            <a:ext cx="720300" cy="5143600"/>
            <a:chOff x="8424000" y="-4125"/>
            <a:chExt cx="720300" cy="5143600"/>
          </a:xfrm>
        </p:grpSpPr>
        <p:grpSp>
          <p:nvGrpSpPr>
            <p:cNvPr id="57" name="Google Shape;57;p8"/>
            <p:cNvGrpSpPr/>
            <p:nvPr/>
          </p:nvGrpSpPr>
          <p:grpSpPr>
            <a:xfrm>
              <a:off x="8584500" y="-4125"/>
              <a:ext cx="559800" cy="5143600"/>
              <a:chOff x="8584500" y="-4125"/>
              <a:chExt cx="559800" cy="5143600"/>
            </a:xfrm>
          </p:grpSpPr>
          <p:sp>
            <p:nvSpPr>
              <p:cNvPr id="58" name="Google Shape;58;p8"/>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 name="Google Shape;59;p8"/>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 name="Google Shape;60;p8"/>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1" name="Google Shape;61;p8"/>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2" name="Google Shape;62;p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5" name="Google Shape;65;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66" name="Google Shape;66;p9"/>
          <p:cNvGrpSpPr/>
          <p:nvPr/>
        </p:nvGrpSpPr>
        <p:grpSpPr>
          <a:xfrm>
            <a:off x="7717675" y="3429300"/>
            <a:ext cx="1426200" cy="1714200"/>
            <a:chOff x="7717675" y="3429300"/>
            <a:chExt cx="1426200" cy="1714200"/>
          </a:xfrm>
        </p:grpSpPr>
        <p:sp>
          <p:nvSpPr>
            <p:cNvPr id="67" name="Google Shape;67;p9"/>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 name="Google Shape;68;p9"/>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9" name="Google Shape;69;p9"/>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0" name="Google Shape;70;p9"/>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p:nvPr>
            <p:ph idx="2" type="pic"/>
          </p:nvPr>
        </p:nvSpPr>
        <p:spPr>
          <a:xfrm>
            <a:off x="0" y="0"/>
            <a:ext cx="9144000" cy="5143500"/>
          </a:xfrm>
          <a:prstGeom prst="rect">
            <a:avLst/>
          </a:prstGeom>
          <a:noFill/>
          <a:ln>
            <a:noFill/>
          </a:ln>
        </p:spPr>
      </p:sp>
      <p:sp>
        <p:nvSpPr>
          <p:cNvPr id="73" name="Google Shape;73;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4" name="Shape 74"/>
        <p:cNvGrpSpPr/>
        <p:nvPr/>
      </p:nvGrpSpPr>
      <p:grpSpPr>
        <a:xfrm>
          <a:off x="0" y="0"/>
          <a:ext cx="0" cy="0"/>
          <a:chOff x="0" y="0"/>
          <a:chExt cx="0" cy="0"/>
        </a:xfrm>
      </p:grpSpPr>
      <p:sp>
        <p:nvSpPr>
          <p:cNvPr id="75" name="Google Shape;75;p11"/>
          <p:cNvSpPr txBox="1"/>
          <p:nvPr>
            <p:ph hasCustomPrompt="1" type="title"/>
          </p:nvPr>
        </p:nvSpPr>
        <p:spPr>
          <a:xfrm>
            <a:off x="2617600" y="2118550"/>
            <a:ext cx="3908700" cy="1017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6" name="Google Shape;76;p11"/>
          <p:cNvSpPr txBox="1"/>
          <p:nvPr>
            <p:ph idx="1" type="subTitle"/>
          </p:nvPr>
        </p:nvSpPr>
        <p:spPr>
          <a:xfrm>
            <a:off x="2817525" y="3212000"/>
            <a:ext cx="3509100" cy="4173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7" name="Shape 7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8" name="Shape 78"/>
        <p:cNvGrpSpPr/>
        <p:nvPr/>
      </p:nvGrpSpPr>
      <p:grpSpPr>
        <a:xfrm>
          <a:off x="0" y="0"/>
          <a:ext cx="0" cy="0"/>
          <a:chOff x="0" y="0"/>
          <a:chExt cx="0" cy="0"/>
        </a:xfrm>
      </p:grpSpPr>
      <p:sp>
        <p:nvSpPr>
          <p:cNvPr id="79" name="Google Shape;79;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 name="Google Shape;80;p13"/>
          <p:cNvSpPr txBox="1"/>
          <p:nvPr>
            <p:ph hasCustomPrompt="1" idx="2" type="title"/>
          </p:nvPr>
        </p:nvSpPr>
        <p:spPr>
          <a:xfrm>
            <a:off x="720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hasCustomPrompt="1" idx="3" type="title"/>
          </p:nvPr>
        </p:nvSpPr>
        <p:spPr>
          <a:xfrm>
            <a:off x="4572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p:nvPr>
            <p:ph hasCustomPrompt="1" idx="4" type="title"/>
          </p:nvPr>
        </p:nvSpPr>
        <p:spPr>
          <a:xfrm>
            <a:off x="720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p:nvPr>
            <p:ph hasCustomPrompt="1" idx="5" type="title"/>
          </p:nvPr>
        </p:nvSpPr>
        <p:spPr>
          <a:xfrm>
            <a:off x="4572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hasCustomPrompt="1" idx="6" type="title"/>
          </p:nvPr>
        </p:nvSpPr>
        <p:spPr>
          <a:xfrm>
            <a:off x="720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hasCustomPrompt="1" idx="7" type="title"/>
          </p:nvPr>
        </p:nvSpPr>
        <p:spPr>
          <a:xfrm>
            <a:off x="4572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7" name="Google Shape;87;p13"/>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8" name="Google Shape;88;p13"/>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9" name="Google Shape;89;p13"/>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 name="Google Shape;90;p13"/>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 name="Google Shape;91;p13"/>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92" name="Google Shape;92;p13"/>
          <p:cNvGrpSpPr/>
          <p:nvPr/>
        </p:nvGrpSpPr>
        <p:grpSpPr>
          <a:xfrm>
            <a:off x="8424000" y="-4125"/>
            <a:ext cx="720300" cy="5143600"/>
            <a:chOff x="8424000" y="-4125"/>
            <a:chExt cx="720300" cy="5143600"/>
          </a:xfrm>
        </p:grpSpPr>
        <p:grpSp>
          <p:nvGrpSpPr>
            <p:cNvPr id="93" name="Google Shape;93;p13"/>
            <p:cNvGrpSpPr/>
            <p:nvPr/>
          </p:nvGrpSpPr>
          <p:grpSpPr>
            <a:xfrm>
              <a:off x="8584500" y="-4125"/>
              <a:ext cx="559800" cy="5143600"/>
              <a:chOff x="8584500" y="-4125"/>
              <a:chExt cx="559800" cy="5143600"/>
            </a:xfrm>
          </p:grpSpPr>
          <p:sp>
            <p:nvSpPr>
              <p:cNvPr id="94" name="Google Shape;94;p13"/>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5" name="Google Shape;95;p13"/>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6" name="Google Shape;96;p13"/>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7" name="Google Shape;97;p13"/>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8" name="Google Shape;98;p13"/>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99" name="Shape 99"/>
        <p:cNvGrpSpPr/>
        <p:nvPr/>
      </p:nvGrpSpPr>
      <p:grpSpPr>
        <a:xfrm>
          <a:off x="0" y="0"/>
          <a:ext cx="0" cy="0"/>
          <a:chOff x="0" y="0"/>
          <a:chExt cx="0" cy="0"/>
        </a:xfrm>
      </p:grpSpPr>
      <p:sp>
        <p:nvSpPr>
          <p:cNvPr id="100" name="Google Shape;100;p14"/>
          <p:cNvSpPr txBox="1"/>
          <p:nvPr>
            <p:ph type="title"/>
          </p:nvPr>
        </p:nvSpPr>
        <p:spPr>
          <a:xfrm>
            <a:off x="3718663" y="959100"/>
            <a:ext cx="2872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 name="Google Shape;101;p14"/>
          <p:cNvSpPr txBox="1"/>
          <p:nvPr>
            <p:ph idx="1" type="subTitle"/>
          </p:nvPr>
        </p:nvSpPr>
        <p:spPr>
          <a:xfrm>
            <a:off x="3718675" y="2167200"/>
            <a:ext cx="4142400" cy="201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102" name="Google Shape;102;p14"/>
          <p:cNvGrpSpPr/>
          <p:nvPr/>
        </p:nvGrpSpPr>
        <p:grpSpPr>
          <a:xfrm>
            <a:off x="0" y="0"/>
            <a:ext cx="9143875" cy="5143500"/>
            <a:chOff x="0" y="0"/>
            <a:chExt cx="9143875" cy="5143500"/>
          </a:xfrm>
        </p:grpSpPr>
        <p:sp>
          <p:nvSpPr>
            <p:cNvPr id="103" name="Google Shape;103;p14"/>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4" name="Google Shape;104;p14"/>
            <p:cNvSpPr/>
            <p:nvPr/>
          </p:nvSpPr>
          <p:spPr>
            <a:xfrm flipH="1" rot="10800000">
              <a:off x="8430775" y="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 name="Google Shape;105;p14"/>
            <p:cNvSpPr/>
            <p:nvPr/>
          </p:nvSpPr>
          <p:spPr>
            <a:xfrm flipH="1" rot="10800000">
              <a:off x="8430775"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 name="Google Shape;106;p14"/>
            <p:cNvSpPr/>
            <p:nvPr/>
          </p:nvSpPr>
          <p:spPr>
            <a:xfrm flipH="1" rot="10800000">
              <a:off x="843077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7" name="Google Shape;107;p14"/>
            <p:cNvSpPr/>
            <p:nvPr/>
          </p:nvSpPr>
          <p:spPr>
            <a:xfrm flipH="1" rot="10800000">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8" name="Google Shape;108;p14"/>
            <p:cNvSpPr/>
            <p:nvPr/>
          </p:nvSpPr>
          <p:spPr>
            <a:xfrm flipH="1" rot="10800000">
              <a:off x="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09" name="Shape 109"/>
        <p:cNvGrpSpPr/>
        <p:nvPr/>
      </p:nvGrpSpPr>
      <p:grpSpPr>
        <a:xfrm>
          <a:off x="0" y="0"/>
          <a:ext cx="0" cy="0"/>
          <a:chOff x="0" y="0"/>
          <a:chExt cx="0" cy="0"/>
        </a:xfrm>
      </p:grpSpPr>
      <p:sp>
        <p:nvSpPr>
          <p:cNvPr id="110" name="Google Shape;110;p15"/>
          <p:cNvSpPr txBox="1"/>
          <p:nvPr>
            <p:ph type="title"/>
          </p:nvPr>
        </p:nvSpPr>
        <p:spPr>
          <a:xfrm>
            <a:off x="3997325" y="1045900"/>
            <a:ext cx="4433700" cy="1422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15"/>
          <p:cNvSpPr txBox="1"/>
          <p:nvPr>
            <p:ph idx="1" type="subTitle"/>
          </p:nvPr>
        </p:nvSpPr>
        <p:spPr>
          <a:xfrm>
            <a:off x="3997325" y="2430553"/>
            <a:ext cx="4433700" cy="142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2" name="Google Shape;112;p15"/>
          <p:cNvSpPr/>
          <p:nvPr>
            <p:ph idx="2" type="pic"/>
          </p:nvPr>
        </p:nvSpPr>
        <p:spPr>
          <a:xfrm>
            <a:off x="713225" y="554676"/>
            <a:ext cx="2801100" cy="4049400"/>
          </a:xfrm>
          <a:prstGeom prst="rect">
            <a:avLst/>
          </a:prstGeom>
          <a:noFill/>
          <a:ln>
            <a:noFill/>
          </a:ln>
        </p:spPr>
      </p:sp>
      <p:grpSp>
        <p:nvGrpSpPr>
          <p:cNvPr id="113" name="Google Shape;113;p15"/>
          <p:cNvGrpSpPr/>
          <p:nvPr/>
        </p:nvGrpSpPr>
        <p:grpSpPr>
          <a:xfrm>
            <a:off x="0" y="0"/>
            <a:ext cx="713100" cy="5143500"/>
            <a:chOff x="0" y="0"/>
            <a:chExt cx="713100" cy="5143500"/>
          </a:xfrm>
        </p:grpSpPr>
        <p:sp>
          <p:nvSpPr>
            <p:cNvPr id="114" name="Google Shape;114;p15"/>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 name="Google Shape;115;p15"/>
            <p:cNvSpPr/>
            <p:nvPr/>
          </p:nvSpPr>
          <p:spPr>
            <a:xfrm flipH="1" rot="10800000">
              <a:off x="0"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6" name="Google Shape;116;p15"/>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7" name="Google Shape;117;p15"/>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8" name="Google Shape;118;p15"/>
          <p:cNvSpPr/>
          <p:nvPr/>
        </p:nvSpPr>
        <p:spPr>
          <a:xfrm>
            <a:off x="626177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19" name="Shape 119"/>
        <p:cNvGrpSpPr/>
        <p:nvPr/>
      </p:nvGrpSpPr>
      <p:grpSpPr>
        <a:xfrm>
          <a:off x="0" y="0"/>
          <a:ext cx="0" cy="0"/>
          <a:chOff x="0" y="0"/>
          <a:chExt cx="0" cy="0"/>
        </a:xfrm>
      </p:grpSpPr>
      <p:sp>
        <p:nvSpPr>
          <p:cNvPr id="120" name="Google Shape;120;p16"/>
          <p:cNvSpPr txBox="1"/>
          <p:nvPr>
            <p:ph type="title"/>
          </p:nvPr>
        </p:nvSpPr>
        <p:spPr>
          <a:xfrm>
            <a:off x="713225" y="539504"/>
            <a:ext cx="419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 name="Google Shape;121;p16"/>
          <p:cNvSpPr txBox="1"/>
          <p:nvPr>
            <p:ph idx="1" type="body"/>
          </p:nvPr>
        </p:nvSpPr>
        <p:spPr>
          <a:xfrm>
            <a:off x="713225" y="1237654"/>
            <a:ext cx="4195500" cy="3005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22" name="Google Shape;122;p16"/>
          <p:cNvGrpSpPr/>
          <p:nvPr/>
        </p:nvGrpSpPr>
        <p:grpSpPr>
          <a:xfrm>
            <a:off x="0" y="4662000"/>
            <a:ext cx="9144000" cy="481500"/>
            <a:chOff x="0" y="4662000"/>
            <a:chExt cx="9144000" cy="481500"/>
          </a:xfrm>
        </p:grpSpPr>
        <p:sp>
          <p:nvSpPr>
            <p:cNvPr id="123" name="Google Shape;123;p16"/>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4" name="Google Shape;124;p16"/>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5" name="Google Shape;125;p16"/>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6" name="Google Shape;126;p1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127" name="Shape 127"/>
        <p:cNvGrpSpPr/>
        <p:nvPr/>
      </p:nvGrpSpPr>
      <p:grpSpPr>
        <a:xfrm>
          <a:off x="0" y="0"/>
          <a:ext cx="0" cy="0"/>
          <a:chOff x="0" y="0"/>
          <a:chExt cx="0" cy="0"/>
        </a:xfrm>
      </p:grpSpPr>
      <p:sp>
        <p:nvSpPr>
          <p:cNvPr id="128" name="Google Shape;128;p17"/>
          <p:cNvSpPr txBox="1"/>
          <p:nvPr>
            <p:ph type="title"/>
          </p:nvPr>
        </p:nvSpPr>
        <p:spPr>
          <a:xfrm>
            <a:off x="713225" y="666225"/>
            <a:ext cx="6923100" cy="750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29" name="Google Shape;129;p17"/>
          <p:cNvGrpSpPr/>
          <p:nvPr/>
        </p:nvGrpSpPr>
        <p:grpSpPr>
          <a:xfrm>
            <a:off x="0" y="0"/>
            <a:ext cx="9144000" cy="481500"/>
            <a:chOff x="0" y="4662000"/>
            <a:chExt cx="9144000" cy="481500"/>
          </a:xfrm>
        </p:grpSpPr>
        <p:sp>
          <p:nvSpPr>
            <p:cNvPr id="130" name="Google Shape;130;p17"/>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1" name="Google Shape;131;p17"/>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 name="Google Shape;132;p17"/>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3" name="Google Shape;133;p17"/>
          <p:cNvSpPr/>
          <p:nvPr/>
        </p:nvSpPr>
        <p:spPr>
          <a:xfrm>
            <a:off x="713225" y="47643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 name="Google Shape;134;p17"/>
          <p:cNvSpPr txBox="1"/>
          <p:nvPr>
            <p:ph idx="1" type="subTitle"/>
          </p:nvPr>
        </p:nvSpPr>
        <p:spPr>
          <a:xfrm>
            <a:off x="713225" y="1558450"/>
            <a:ext cx="6951900" cy="275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35" name="Shape 135"/>
        <p:cNvGrpSpPr/>
        <p:nvPr/>
      </p:nvGrpSpPr>
      <p:grpSpPr>
        <a:xfrm>
          <a:off x="0" y="0"/>
          <a:ext cx="0" cy="0"/>
          <a:chOff x="0" y="0"/>
          <a:chExt cx="0" cy="0"/>
        </a:xfrm>
      </p:grpSpPr>
      <p:sp>
        <p:nvSpPr>
          <p:cNvPr id="136" name="Google Shape;136;p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7" name="Google Shape;137;p18"/>
          <p:cNvSpPr txBox="1"/>
          <p:nvPr>
            <p:ph idx="1" type="subTitle"/>
          </p:nvPr>
        </p:nvSpPr>
        <p:spPr>
          <a:xfrm>
            <a:off x="713225"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8" name="Google Shape;138;p18"/>
          <p:cNvSpPr txBox="1"/>
          <p:nvPr>
            <p:ph idx="2" type="subTitle"/>
          </p:nvPr>
        </p:nvSpPr>
        <p:spPr>
          <a:xfrm>
            <a:off x="3231361"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9" name="Google Shape;139;p18"/>
          <p:cNvSpPr txBox="1"/>
          <p:nvPr>
            <p:ph idx="3" type="subTitle"/>
          </p:nvPr>
        </p:nvSpPr>
        <p:spPr>
          <a:xfrm>
            <a:off x="5749496"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0" name="Google Shape;140;p18"/>
          <p:cNvSpPr txBox="1"/>
          <p:nvPr>
            <p:ph idx="4" type="subTitle"/>
          </p:nvPr>
        </p:nvSpPr>
        <p:spPr>
          <a:xfrm>
            <a:off x="713225"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1" name="Google Shape;141;p18"/>
          <p:cNvSpPr txBox="1"/>
          <p:nvPr>
            <p:ph idx="5" type="subTitle"/>
          </p:nvPr>
        </p:nvSpPr>
        <p:spPr>
          <a:xfrm>
            <a:off x="3231357"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2" name="Google Shape;142;p18"/>
          <p:cNvSpPr txBox="1"/>
          <p:nvPr>
            <p:ph idx="6" type="subTitle"/>
          </p:nvPr>
        </p:nvSpPr>
        <p:spPr>
          <a:xfrm>
            <a:off x="5749488"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43" name="Google Shape;143;p18"/>
          <p:cNvGrpSpPr/>
          <p:nvPr/>
        </p:nvGrpSpPr>
        <p:grpSpPr>
          <a:xfrm>
            <a:off x="8795925" y="2411700"/>
            <a:ext cx="364500" cy="2731800"/>
            <a:chOff x="8795925" y="2411700"/>
            <a:chExt cx="364500" cy="2731800"/>
          </a:xfrm>
        </p:grpSpPr>
        <p:sp>
          <p:nvSpPr>
            <p:cNvPr id="144" name="Google Shape;144;p18"/>
            <p:cNvSpPr/>
            <p:nvPr/>
          </p:nvSpPr>
          <p:spPr>
            <a:xfrm flipH="1" rot="10800000">
              <a:off x="8795925"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5" name="Google Shape;145;p18"/>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6" name="Google Shape;146;p18"/>
            <p:cNvSpPr/>
            <p:nvPr/>
          </p:nvSpPr>
          <p:spPr>
            <a:xfrm flipH="1" rot="10800000">
              <a:off x="8795925" y="25722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7" name="Google Shape;147;p18"/>
            <p:cNvSpPr/>
            <p:nvPr/>
          </p:nvSpPr>
          <p:spPr>
            <a:xfrm>
              <a:off x="8795925" y="2411700"/>
              <a:ext cx="3645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48" name="Google Shape;148;p1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49" name="Shape 149"/>
        <p:cNvGrpSpPr/>
        <p:nvPr/>
      </p:nvGrpSpPr>
      <p:grpSpPr>
        <a:xfrm>
          <a:off x="0" y="0"/>
          <a:ext cx="0" cy="0"/>
          <a:chOff x="0" y="0"/>
          <a:chExt cx="0" cy="0"/>
        </a:xfrm>
      </p:grpSpPr>
      <p:sp>
        <p:nvSpPr>
          <p:cNvPr id="150" name="Google Shape;150;p1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1" name="Google Shape;151;p19"/>
          <p:cNvSpPr txBox="1"/>
          <p:nvPr>
            <p:ph idx="1" type="subTitle"/>
          </p:nvPr>
        </p:nvSpPr>
        <p:spPr>
          <a:xfrm>
            <a:off x="7132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2" name="Google Shape;152;p19"/>
          <p:cNvSpPr txBox="1"/>
          <p:nvPr>
            <p:ph idx="2" type="subTitle"/>
          </p:nvPr>
        </p:nvSpPr>
        <p:spPr>
          <a:xfrm>
            <a:off x="46988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3" name="Google Shape;153;p19"/>
          <p:cNvSpPr txBox="1"/>
          <p:nvPr>
            <p:ph idx="3" type="subTitle"/>
          </p:nvPr>
        </p:nvSpPr>
        <p:spPr>
          <a:xfrm>
            <a:off x="7132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4" name="Google Shape;154;p19"/>
          <p:cNvSpPr txBox="1"/>
          <p:nvPr>
            <p:ph idx="4" type="subTitle"/>
          </p:nvPr>
        </p:nvSpPr>
        <p:spPr>
          <a:xfrm>
            <a:off x="46988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19"/>
          <p:cNvSpPr txBox="1"/>
          <p:nvPr>
            <p:ph idx="5" type="subTitle"/>
          </p:nvPr>
        </p:nvSpPr>
        <p:spPr>
          <a:xfrm>
            <a:off x="7132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6" name="Google Shape;156;p19"/>
          <p:cNvSpPr txBox="1"/>
          <p:nvPr>
            <p:ph idx="6" type="subTitle"/>
          </p:nvPr>
        </p:nvSpPr>
        <p:spPr>
          <a:xfrm>
            <a:off x="7132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7" name="Google Shape;157;p19"/>
          <p:cNvSpPr txBox="1"/>
          <p:nvPr>
            <p:ph idx="7" type="subTitle"/>
          </p:nvPr>
        </p:nvSpPr>
        <p:spPr>
          <a:xfrm>
            <a:off x="46988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8" name="Google Shape;158;p19"/>
          <p:cNvSpPr txBox="1"/>
          <p:nvPr>
            <p:ph idx="8" type="subTitle"/>
          </p:nvPr>
        </p:nvSpPr>
        <p:spPr>
          <a:xfrm>
            <a:off x="46988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59" name="Google Shape;159;p19"/>
          <p:cNvGrpSpPr/>
          <p:nvPr/>
        </p:nvGrpSpPr>
        <p:grpSpPr>
          <a:xfrm>
            <a:off x="0" y="3429300"/>
            <a:ext cx="9160425" cy="1714200"/>
            <a:chOff x="0" y="3429300"/>
            <a:chExt cx="9160425" cy="1714200"/>
          </a:xfrm>
        </p:grpSpPr>
        <p:grpSp>
          <p:nvGrpSpPr>
            <p:cNvPr id="160" name="Google Shape;160;p19"/>
            <p:cNvGrpSpPr/>
            <p:nvPr/>
          </p:nvGrpSpPr>
          <p:grpSpPr>
            <a:xfrm>
              <a:off x="8795925" y="3429300"/>
              <a:ext cx="364500" cy="1714200"/>
              <a:chOff x="8795925" y="3429300"/>
              <a:chExt cx="364500" cy="1714200"/>
            </a:xfrm>
          </p:grpSpPr>
          <p:sp>
            <p:nvSpPr>
              <p:cNvPr id="161" name="Google Shape;161;p19"/>
              <p:cNvSpPr/>
              <p:nvPr/>
            </p:nvSpPr>
            <p:spPr>
              <a:xfrm flipH="1" rot="10800000">
                <a:off x="8795925" y="42864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2" name="Google Shape;162;p19"/>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63" name="Google Shape;163;p19"/>
            <p:cNvGrpSpPr/>
            <p:nvPr/>
          </p:nvGrpSpPr>
          <p:grpSpPr>
            <a:xfrm>
              <a:off x="0" y="3429300"/>
              <a:ext cx="364500" cy="1714200"/>
              <a:chOff x="0" y="3429300"/>
              <a:chExt cx="364500" cy="1714200"/>
            </a:xfrm>
          </p:grpSpPr>
          <p:sp>
            <p:nvSpPr>
              <p:cNvPr id="164" name="Google Shape;164;p19"/>
              <p:cNvSpPr/>
              <p:nvPr/>
            </p:nvSpPr>
            <p:spPr>
              <a:xfrm flipH="1" rot="10800000">
                <a:off x="0"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5" name="Google Shape;165;p19"/>
              <p:cNvSpPr/>
              <p:nvPr/>
            </p:nvSpPr>
            <p:spPr>
              <a:xfrm flipH="1" rot="10800000">
                <a:off x="0"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66" name="Google Shape;166;p1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67" name="Shape 167"/>
        <p:cNvGrpSpPr/>
        <p:nvPr/>
      </p:nvGrpSpPr>
      <p:grpSpPr>
        <a:xfrm>
          <a:off x="0" y="0"/>
          <a:ext cx="0" cy="0"/>
          <a:chOff x="0" y="0"/>
          <a:chExt cx="0" cy="0"/>
        </a:xfrm>
      </p:grpSpPr>
      <p:sp>
        <p:nvSpPr>
          <p:cNvPr id="168" name="Google Shape;168;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0"/>
          <p:cNvSpPr txBox="1"/>
          <p:nvPr>
            <p:ph idx="1" type="subTitle"/>
          </p:nvPr>
        </p:nvSpPr>
        <p:spPr>
          <a:xfrm>
            <a:off x="7131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0" name="Google Shape;170;p20"/>
          <p:cNvSpPr txBox="1"/>
          <p:nvPr>
            <p:ph idx="2" type="subTitle"/>
          </p:nvPr>
        </p:nvSpPr>
        <p:spPr>
          <a:xfrm>
            <a:off x="345525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1" name="Google Shape;171;p20"/>
          <p:cNvSpPr txBox="1"/>
          <p:nvPr>
            <p:ph idx="3" type="subTitle"/>
          </p:nvPr>
        </p:nvSpPr>
        <p:spPr>
          <a:xfrm>
            <a:off x="7131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2" name="Google Shape;172;p20"/>
          <p:cNvSpPr txBox="1"/>
          <p:nvPr>
            <p:ph idx="4" type="subTitle"/>
          </p:nvPr>
        </p:nvSpPr>
        <p:spPr>
          <a:xfrm>
            <a:off x="345525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3" name="Google Shape;173;p20"/>
          <p:cNvSpPr txBox="1"/>
          <p:nvPr>
            <p:ph idx="5" type="subTitle"/>
          </p:nvPr>
        </p:nvSpPr>
        <p:spPr>
          <a:xfrm>
            <a:off x="61974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4" name="Google Shape;174;p20"/>
          <p:cNvSpPr txBox="1"/>
          <p:nvPr>
            <p:ph idx="6" type="subTitle"/>
          </p:nvPr>
        </p:nvSpPr>
        <p:spPr>
          <a:xfrm>
            <a:off x="61974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5" name="Google Shape;175;p20"/>
          <p:cNvSpPr txBox="1"/>
          <p:nvPr>
            <p:ph idx="7" type="subTitle"/>
          </p:nvPr>
        </p:nvSpPr>
        <p:spPr>
          <a:xfrm>
            <a:off x="713100" y="1307112"/>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6" name="Google Shape;176;p20"/>
          <p:cNvSpPr txBox="1"/>
          <p:nvPr>
            <p:ph idx="8" type="subTitle"/>
          </p:nvPr>
        </p:nvSpPr>
        <p:spPr>
          <a:xfrm>
            <a:off x="345765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7" name="Google Shape;177;p20"/>
          <p:cNvSpPr txBox="1"/>
          <p:nvPr>
            <p:ph idx="9" type="subTitle"/>
          </p:nvPr>
        </p:nvSpPr>
        <p:spPr>
          <a:xfrm>
            <a:off x="619980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8" name="Google Shape;178;p20"/>
          <p:cNvSpPr txBox="1"/>
          <p:nvPr>
            <p:ph idx="13" type="subTitle"/>
          </p:nvPr>
        </p:nvSpPr>
        <p:spPr>
          <a:xfrm>
            <a:off x="713100" y="3034188"/>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9" name="Google Shape;179;p20"/>
          <p:cNvSpPr txBox="1"/>
          <p:nvPr>
            <p:ph idx="14" type="subTitle"/>
          </p:nvPr>
        </p:nvSpPr>
        <p:spPr>
          <a:xfrm>
            <a:off x="345765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0" name="Google Shape;180;p20"/>
          <p:cNvSpPr txBox="1"/>
          <p:nvPr>
            <p:ph idx="15" type="subTitle"/>
          </p:nvPr>
        </p:nvSpPr>
        <p:spPr>
          <a:xfrm>
            <a:off x="619980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81" name="Google Shape;181;p20"/>
          <p:cNvGrpSpPr/>
          <p:nvPr/>
        </p:nvGrpSpPr>
        <p:grpSpPr>
          <a:xfrm>
            <a:off x="0" y="4661988"/>
            <a:ext cx="9144000" cy="481513"/>
            <a:chOff x="0" y="4661988"/>
            <a:chExt cx="9144000" cy="481513"/>
          </a:xfrm>
        </p:grpSpPr>
        <p:sp>
          <p:nvSpPr>
            <p:cNvPr id="182" name="Google Shape;182;p20"/>
            <p:cNvSpPr/>
            <p:nvPr/>
          </p:nvSpPr>
          <p:spPr>
            <a:xfrm>
              <a:off x="0" y="4983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 name="Google Shape;183;p20"/>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4" name="Google Shape;184;p20"/>
            <p:cNvSpPr/>
            <p:nvPr/>
          </p:nvSpPr>
          <p:spPr>
            <a:xfrm>
              <a:off x="0" y="4661988"/>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85" name="Google Shape;185;p2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86" name="Shape 186"/>
        <p:cNvGrpSpPr/>
        <p:nvPr/>
      </p:nvGrpSpPr>
      <p:grpSpPr>
        <a:xfrm>
          <a:off x="0" y="0"/>
          <a:ext cx="0" cy="0"/>
          <a:chOff x="0" y="0"/>
          <a:chExt cx="0" cy="0"/>
        </a:xfrm>
      </p:grpSpPr>
      <p:sp>
        <p:nvSpPr>
          <p:cNvPr id="187" name="Google Shape;187;p21"/>
          <p:cNvSpPr txBox="1"/>
          <p:nvPr>
            <p:ph hasCustomPrompt="1" type="title"/>
          </p:nvPr>
        </p:nvSpPr>
        <p:spPr>
          <a:xfrm>
            <a:off x="3287850" y="2064188"/>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88" name="Google Shape;188;p21"/>
          <p:cNvSpPr txBox="1"/>
          <p:nvPr>
            <p:ph idx="1" type="subTitle"/>
          </p:nvPr>
        </p:nvSpPr>
        <p:spPr>
          <a:xfrm>
            <a:off x="3287850" y="2746902"/>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89" name="Google Shape;189;p21"/>
          <p:cNvSpPr txBox="1"/>
          <p:nvPr>
            <p:ph hasCustomPrompt="1" idx="2" type="title"/>
          </p:nvPr>
        </p:nvSpPr>
        <p:spPr>
          <a:xfrm>
            <a:off x="3287850" y="915175"/>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0" name="Google Shape;190;p21"/>
          <p:cNvSpPr txBox="1"/>
          <p:nvPr>
            <p:ph idx="3" type="subTitle"/>
          </p:nvPr>
        </p:nvSpPr>
        <p:spPr>
          <a:xfrm>
            <a:off x="3287850" y="1597879"/>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91" name="Google Shape;191;p21"/>
          <p:cNvSpPr txBox="1"/>
          <p:nvPr>
            <p:ph hasCustomPrompt="1" idx="4" type="title"/>
          </p:nvPr>
        </p:nvSpPr>
        <p:spPr>
          <a:xfrm>
            <a:off x="3287850" y="3213200"/>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2" name="Google Shape;192;p21"/>
          <p:cNvSpPr txBox="1"/>
          <p:nvPr>
            <p:ph idx="5" type="subTitle"/>
          </p:nvPr>
        </p:nvSpPr>
        <p:spPr>
          <a:xfrm>
            <a:off x="3287850" y="3895925"/>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193" name="Google Shape;193;p21"/>
          <p:cNvGrpSpPr/>
          <p:nvPr/>
        </p:nvGrpSpPr>
        <p:grpSpPr>
          <a:xfrm>
            <a:off x="3847050" y="378431"/>
            <a:ext cx="1449900" cy="4386056"/>
            <a:chOff x="3847050" y="378431"/>
            <a:chExt cx="1449900" cy="4386056"/>
          </a:xfrm>
        </p:grpSpPr>
        <p:sp>
          <p:nvSpPr>
            <p:cNvPr id="194" name="Google Shape;194;p21"/>
            <p:cNvSpPr/>
            <p:nvPr/>
          </p:nvSpPr>
          <p:spPr>
            <a:xfrm>
              <a:off x="3847050" y="378431"/>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5" name="Google Shape;195;p21"/>
            <p:cNvSpPr/>
            <p:nvPr/>
          </p:nvSpPr>
          <p:spPr>
            <a:xfrm>
              <a:off x="3847050" y="46039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96" name="Shape 196"/>
        <p:cNvGrpSpPr/>
        <p:nvPr/>
      </p:nvGrpSpPr>
      <p:grpSpPr>
        <a:xfrm>
          <a:off x="0" y="0"/>
          <a:ext cx="0" cy="0"/>
          <a:chOff x="0" y="0"/>
          <a:chExt cx="0" cy="0"/>
        </a:xfrm>
      </p:grpSpPr>
      <p:sp>
        <p:nvSpPr>
          <p:cNvPr id="197" name="Google Shape;197;p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98" name="Google Shape;198;p22"/>
          <p:cNvGrpSpPr/>
          <p:nvPr/>
        </p:nvGrpSpPr>
        <p:grpSpPr>
          <a:xfrm>
            <a:off x="0" y="275063"/>
            <a:ext cx="9144000" cy="4868438"/>
            <a:chOff x="0" y="275063"/>
            <a:chExt cx="9144000" cy="4868438"/>
          </a:xfrm>
        </p:grpSpPr>
        <p:sp>
          <p:nvSpPr>
            <p:cNvPr id="199" name="Google Shape;199;p22"/>
            <p:cNvSpPr/>
            <p:nvPr/>
          </p:nvSpPr>
          <p:spPr>
            <a:xfrm>
              <a:off x="713225" y="275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00" name="Google Shape;200;p22"/>
            <p:cNvGrpSpPr/>
            <p:nvPr/>
          </p:nvGrpSpPr>
          <p:grpSpPr>
            <a:xfrm>
              <a:off x="0" y="4822500"/>
              <a:ext cx="9144000" cy="321000"/>
              <a:chOff x="0" y="4822500"/>
              <a:chExt cx="9144000" cy="321000"/>
            </a:xfrm>
          </p:grpSpPr>
          <p:sp>
            <p:nvSpPr>
              <p:cNvPr id="201" name="Google Shape;201;p22"/>
              <p:cNvSpPr/>
              <p:nvPr/>
            </p:nvSpPr>
            <p:spPr>
              <a:xfrm>
                <a:off x="0" y="49830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2" name="Google Shape;202;p22"/>
              <p:cNvSpPr/>
              <p:nvPr/>
            </p:nvSpPr>
            <p:spPr>
              <a:xfrm>
                <a:off x="0" y="48225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203" name="Google Shape;203;p22"/>
          <p:cNvGrpSpPr/>
          <p:nvPr/>
        </p:nvGrpSpPr>
        <p:grpSpPr>
          <a:xfrm>
            <a:off x="8430775" y="0"/>
            <a:ext cx="713318" cy="857100"/>
            <a:chOff x="8430775" y="0"/>
            <a:chExt cx="713318" cy="857100"/>
          </a:xfrm>
        </p:grpSpPr>
        <p:sp>
          <p:nvSpPr>
            <p:cNvPr id="204" name="Google Shape;204;p22"/>
            <p:cNvSpPr/>
            <p:nvPr/>
          </p:nvSpPr>
          <p:spPr>
            <a:xfrm flipH="1" rot="10800000">
              <a:off x="8787393" y="0"/>
              <a:ext cx="356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5" name="Google Shape;205;p22"/>
            <p:cNvSpPr/>
            <p:nvPr/>
          </p:nvSpPr>
          <p:spPr>
            <a:xfrm flipH="1" rot="10800000">
              <a:off x="8430775" y="0"/>
              <a:ext cx="356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06" name="Shape 206"/>
        <p:cNvGrpSpPr/>
        <p:nvPr/>
      </p:nvGrpSpPr>
      <p:grpSpPr>
        <a:xfrm>
          <a:off x="0" y="0"/>
          <a:ext cx="0" cy="0"/>
          <a:chOff x="0" y="0"/>
          <a:chExt cx="0" cy="0"/>
        </a:xfrm>
      </p:grpSpPr>
      <p:sp>
        <p:nvSpPr>
          <p:cNvPr id="207" name="Google Shape;207;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08" name="Google Shape;208;p23"/>
          <p:cNvGrpSpPr/>
          <p:nvPr/>
        </p:nvGrpSpPr>
        <p:grpSpPr>
          <a:xfrm>
            <a:off x="-100" y="3429300"/>
            <a:ext cx="1433325" cy="1714200"/>
            <a:chOff x="-100" y="3429300"/>
            <a:chExt cx="1433325" cy="1714200"/>
          </a:xfrm>
        </p:grpSpPr>
        <p:sp>
          <p:nvSpPr>
            <p:cNvPr id="209" name="Google Shape;209;p23"/>
            <p:cNvSpPr/>
            <p:nvPr/>
          </p:nvSpPr>
          <p:spPr>
            <a:xfrm>
              <a:off x="72012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0" name="Google Shape;210;p23"/>
            <p:cNvSpPr/>
            <p:nvPr/>
          </p:nvSpPr>
          <p:spPr>
            <a:xfrm>
              <a:off x="-10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1" name="Google Shape;211;p23"/>
            <p:cNvSpPr/>
            <p:nvPr/>
          </p:nvSpPr>
          <p:spPr>
            <a:xfrm>
              <a:off x="-100" y="34293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12" name="Google Shape;212;p23"/>
          <p:cNvSpPr/>
          <p:nvPr/>
        </p:nvSpPr>
        <p:spPr>
          <a:xfrm>
            <a:off x="713000"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13" name="Shape 213"/>
        <p:cNvGrpSpPr/>
        <p:nvPr/>
      </p:nvGrpSpPr>
      <p:grpSpPr>
        <a:xfrm>
          <a:off x="0" y="0"/>
          <a:ext cx="0" cy="0"/>
          <a:chOff x="0" y="0"/>
          <a:chExt cx="0" cy="0"/>
        </a:xfrm>
      </p:grpSpPr>
      <p:sp>
        <p:nvSpPr>
          <p:cNvPr id="214" name="Google Shape;214;p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15" name="Google Shape;215;p24"/>
          <p:cNvGrpSpPr/>
          <p:nvPr/>
        </p:nvGrpSpPr>
        <p:grpSpPr>
          <a:xfrm>
            <a:off x="0" y="0"/>
            <a:ext cx="9144000" cy="5160150"/>
            <a:chOff x="0" y="0"/>
            <a:chExt cx="9144000" cy="5160150"/>
          </a:xfrm>
        </p:grpSpPr>
        <p:grpSp>
          <p:nvGrpSpPr>
            <p:cNvPr id="216" name="Google Shape;216;p24"/>
            <p:cNvGrpSpPr/>
            <p:nvPr/>
          </p:nvGrpSpPr>
          <p:grpSpPr>
            <a:xfrm>
              <a:off x="0" y="3445950"/>
              <a:ext cx="568500" cy="1714200"/>
              <a:chOff x="0" y="3445950"/>
              <a:chExt cx="568500" cy="1714200"/>
            </a:xfrm>
          </p:grpSpPr>
          <p:sp>
            <p:nvSpPr>
              <p:cNvPr id="217" name="Google Shape;217;p24"/>
              <p:cNvSpPr/>
              <p:nvPr/>
            </p:nvSpPr>
            <p:spPr>
              <a:xfrm flipH="1" rot="10800000">
                <a:off x="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8" name="Google Shape;218;p24"/>
              <p:cNvSpPr/>
              <p:nvPr/>
            </p:nvSpPr>
            <p:spPr>
              <a:xfrm flipH="1" rot="10800000">
                <a:off x="0" y="344595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19" name="Google Shape;219;p24"/>
            <p:cNvGrpSpPr/>
            <p:nvPr/>
          </p:nvGrpSpPr>
          <p:grpSpPr>
            <a:xfrm>
              <a:off x="8575500" y="0"/>
              <a:ext cx="568500" cy="5160150"/>
              <a:chOff x="8575500" y="0"/>
              <a:chExt cx="568500" cy="5160150"/>
            </a:xfrm>
          </p:grpSpPr>
          <p:sp>
            <p:nvSpPr>
              <p:cNvPr id="220" name="Google Shape;220;p24"/>
              <p:cNvSpPr/>
              <p:nvPr/>
            </p:nvSpPr>
            <p:spPr>
              <a:xfrm flipH="1" rot="10800000">
                <a:off x="857550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1" name="Google Shape;221;p24"/>
              <p:cNvSpPr/>
              <p:nvPr/>
            </p:nvSpPr>
            <p:spPr>
              <a:xfrm flipH="1" rot="10800000">
                <a:off x="8575500" y="34459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2" name="Google Shape;222;p24"/>
              <p:cNvSpPr/>
              <p:nvPr/>
            </p:nvSpPr>
            <p:spPr>
              <a:xfrm flipH="1" rot="10800000">
                <a:off x="8575500" y="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23" name="Google Shape;223;p2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24" name="Shape 224"/>
        <p:cNvGrpSpPr/>
        <p:nvPr/>
      </p:nvGrpSpPr>
      <p:grpSpPr>
        <a:xfrm>
          <a:off x="0" y="0"/>
          <a:ext cx="0" cy="0"/>
          <a:chOff x="0" y="0"/>
          <a:chExt cx="0" cy="0"/>
        </a:xfrm>
      </p:grpSpPr>
      <p:sp>
        <p:nvSpPr>
          <p:cNvPr id="225" name="Google Shape;225;p2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26" name="Google Shape;226;p25"/>
          <p:cNvGrpSpPr/>
          <p:nvPr/>
        </p:nvGrpSpPr>
        <p:grpSpPr>
          <a:xfrm>
            <a:off x="0" y="0"/>
            <a:ext cx="9145075" cy="5143500"/>
            <a:chOff x="0" y="0"/>
            <a:chExt cx="9145075" cy="5143500"/>
          </a:xfrm>
        </p:grpSpPr>
        <p:sp>
          <p:nvSpPr>
            <p:cNvPr id="227" name="Google Shape;227;p25"/>
            <p:cNvSpPr/>
            <p:nvPr/>
          </p:nvSpPr>
          <p:spPr>
            <a:xfrm flipH="1" rot="10800000">
              <a:off x="0"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8" name="Google Shape;228;p25"/>
            <p:cNvSpPr/>
            <p:nvPr/>
          </p:nvSpPr>
          <p:spPr>
            <a:xfrm flipH="1" rot="10800000">
              <a:off x="0" y="3429300"/>
              <a:ext cx="714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9" name="Google Shape;229;p25"/>
            <p:cNvSpPr/>
            <p:nvPr/>
          </p:nvSpPr>
          <p:spPr>
            <a:xfrm flipH="1" rot="10800000">
              <a:off x="0" y="257220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0" name="Google Shape;230;p25"/>
            <p:cNvSpPr/>
            <p:nvPr/>
          </p:nvSpPr>
          <p:spPr>
            <a:xfrm flipH="1" rot="10800000">
              <a:off x="8430775" y="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1" name="Google Shape;231;p25"/>
            <p:cNvSpPr/>
            <p:nvPr/>
          </p:nvSpPr>
          <p:spPr>
            <a:xfrm flipH="1" rot="10800000">
              <a:off x="8430775"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32" name="Google Shape;232;p2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233" name="Shape 233"/>
        <p:cNvGrpSpPr/>
        <p:nvPr/>
      </p:nvGrpSpPr>
      <p:grpSpPr>
        <a:xfrm>
          <a:off x="0" y="0"/>
          <a:ext cx="0" cy="0"/>
          <a:chOff x="0" y="0"/>
          <a:chExt cx="0" cy="0"/>
        </a:xfrm>
      </p:grpSpPr>
      <p:sp>
        <p:nvSpPr>
          <p:cNvPr id="234" name="Google Shape;234;p2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35" name="Google Shape;235;p26"/>
          <p:cNvGrpSpPr/>
          <p:nvPr/>
        </p:nvGrpSpPr>
        <p:grpSpPr>
          <a:xfrm>
            <a:off x="0" y="0"/>
            <a:ext cx="9143875" cy="5143500"/>
            <a:chOff x="0" y="0"/>
            <a:chExt cx="9143875" cy="5143500"/>
          </a:xfrm>
        </p:grpSpPr>
        <p:sp>
          <p:nvSpPr>
            <p:cNvPr id="236" name="Google Shape;236;p26"/>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7" name="Google Shape;237;p26"/>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8" name="Google Shape;238;p26"/>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9" name="Google Shape;239;p26"/>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0" name="Google Shape;240;p26"/>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41" name="Google Shape;241;p2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242" name="Shape 242"/>
        <p:cNvGrpSpPr/>
        <p:nvPr/>
      </p:nvGrpSpPr>
      <p:grpSpPr>
        <a:xfrm>
          <a:off x="0" y="0"/>
          <a:ext cx="0" cy="0"/>
          <a:chOff x="0" y="0"/>
          <a:chExt cx="0" cy="0"/>
        </a:xfrm>
      </p:grpSpPr>
      <p:sp>
        <p:nvSpPr>
          <p:cNvPr id="243" name="Google Shape;243;p2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44" name="Google Shape;244;p27"/>
          <p:cNvGrpSpPr/>
          <p:nvPr/>
        </p:nvGrpSpPr>
        <p:grpSpPr>
          <a:xfrm>
            <a:off x="0" y="3275875"/>
            <a:ext cx="9144000" cy="1863925"/>
            <a:chOff x="0" y="3275875"/>
            <a:chExt cx="9144000" cy="1863925"/>
          </a:xfrm>
        </p:grpSpPr>
        <p:sp>
          <p:nvSpPr>
            <p:cNvPr id="245" name="Google Shape;245;p27"/>
            <p:cNvSpPr/>
            <p:nvPr/>
          </p:nvSpPr>
          <p:spPr>
            <a:xfrm flipH="1" rot="10800000">
              <a:off x="0" y="4282700"/>
              <a:ext cx="708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46" name="Google Shape;246;p27"/>
            <p:cNvGrpSpPr/>
            <p:nvPr/>
          </p:nvGrpSpPr>
          <p:grpSpPr>
            <a:xfrm>
              <a:off x="8435700" y="3275875"/>
              <a:ext cx="708300" cy="1863925"/>
              <a:chOff x="8435700" y="3275875"/>
              <a:chExt cx="708300" cy="1863925"/>
            </a:xfrm>
          </p:grpSpPr>
          <p:sp>
            <p:nvSpPr>
              <p:cNvPr id="247" name="Google Shape;247;p27"/>
              <p:cNvSpPr/>
              <p:nvPr/>
            </p:nvSpPr>
            <p:spPr>
              <a:xfrm>
                <a:off x="8435700" y="32758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8" name="Google Shape;248;p27"/>
              <p:cNvSpPr/>
              <p:nvPr/>
            </p:nvSpPr>
            <p:spPr>
              <a:xfrm flipH="1" rot="10800000">
                <a:off x="8435700" y="4282700"/>
                <a:ext cx="708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9" name="Google Shape;249;p27"/>
              <p:cNvSpPr/>
              <p:nvPr/>
            </p:nvSpPr>
            <p:spPr>
              <a:xfrm flipH="1" rot="10800000">
                <a:off x="8435700" y="3436375"/>
                <a:ext cx="708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50" name="Google Shape;250;p27"/>
            <p:cNvSpPr/>
            <p:nvPr/>
          </p:nvSpPr>
          <p:spPr>
            <a:xfrm>
              <a:off x="0" y="41329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51" name="Google Shape;251;p2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252" name="Shape 252"/>
        <p:cNvGrpSpPr/>
        <p:nvPr/>
      </p:nvGrpSpPr>
      <p:grpSpPr>
        <a:xfrm>
          <a:off x="0" y="0"/>
          <a:ext cx="0" cy="0"/>
          <a:chOff x="0" y="0"/>
          <a:chExt cx="0" cy="0"/>
        </a:xfrm>
      </p:grpSpPr>
      <p:sp>
        <p:nvSpPr>
          <p:cNvPr id="253" name="Google Shape;253;p28"/>
          <p:cNvSpPr txBox="1"/>
          <p:nvPr>
            <p:ph type="title"/>
          </p:nvPr>
        </p:nvSpPr>
        <p:spPr>
          <a:xfrm>
            <a:off x="713225" y="737850"/>
            <a:ext cx="4645200" cy="134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4" name="Google Shape;254;p28"/>
          <p:cNvSpPr txBox="1"/>
          <p:nvPr>
            <p:ph idx="1" type="subTitle"/>
          </p:nvPr>
        </p:nvSpPr>
        <p:spPr>
          <a:xfrm>
            <a:off x="713225" y="2141075"/>
            <a:ext cx="46452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255" name="Google Shape;255;p28"/>
          <p:cNvSpPr/>
          <p:nvPr>
            <p:ph idx="2" type="pic"/>
          </p:nvPr>
        </p:nvSpPr>
        <p:spPr>
          <a:xfrm>
            <a:off x="5479825" y="539500"/>
            <a:ext cx="2950800" cy="4064400"/>
          </a:xfrm>
          <a:prstGeom prst="rect">
            <a:avLst/>
          </a:prstGeom>
          <a:noFill/>
          <a:ln>
            <a:noFill/>
          </a:ln>
        </p:spPr>
      </p:sp>
      <p:grpSp>
        <p:nvGrpSpPr>
          <p:cNvPr id="256" name="Google Shape;256;p28"/>
          <p:cNvGrpSpPr/>
          <p:nvPr/>
        </p:nvGrpSpPr>
        <p:grpSpPr>
          <a:xfrm>
            <a:off x="7717675" y="3429300"/>
            <a:ext cx="1426200" cy="1714200"/>
            <a:chOff x="7717675" y="3429300"/>
            <a:chExt cx="1426200" cy="1714200"/>
          </a:xfrm>
        </p:grpSpPr>
        <p:sp>
          <p:nvSpPr>
            <p:cNvPr id="257" name="Google Shape;257;p28"/>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8" name="Google Shape;258;p28"/>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9" name="Google Shape;259;p28"/>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60" name="Google Shape;260;p28"/>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1" name="Shape 261"/>
        <p:cNvGrpSpPr/>
        <p:nvPr/>
      </p:nvGrpSpPr>
      <p:grpSpPr>
        <a:xfrm>
          <a:off x="0" y="0"/>
          <a:ext cx="0" cy="0"/>
          <a:chOff x="0" y="0"/>
          <a:chExt cx="0" cy="0"/>
        </a:xfrm>
      </p:grpSpPr>
      <p:sp>
        <p:nvSpPr>
          <p:cNvPr id="262" name="Google Shape;262;p29"/>
          <p:cNvSpPr txBox="1"/>
          <p:nvPr>
            <p:ph type="title"/>
          </p:nvPr>
        </p:nvSpPr>
        <p:spPr>
          <a:xfrm>
            <a:off x="4253750" y="769400"/>
            <a:ext cx="39558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3" name="Google Shape;263;p29"/>
          <p:cNvSpPr txBox="1"/>
          <p:nvPr>
            <p:ph idx="1" type="subTitle"/>
          </p:nvPr>
        </p:nvSpPr>
        <p:spPr>
          <a:xfrm>
            <a:off x="4253750" y="1859617"/>
            <a:ext cx="3684000" cy="127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4" name="Google Shape;264;p29"/>
          <p:cNvSpPr txBox="1"/>
          <p:nvPr/>
        </p:nvSpPr>
        <p:spPr>
          <a:xfrm>
            <a:off x="4253760" y="3320333"/>
            <a:ext cx="3684000" cy="76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b="1" lang="en" sz="1200" u="sng">
                <a:solidFill>
                  <a:schemeClr val="hlink"/>
                </a:solid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infographics &amp; images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grpSp>
        <p:nvGrpSpPr>
          <p:cNvPr id="266" name="Google Shape;266;p30"/>
          <p:cNvGrpSpPr/>
          <p:nvPr/>
        </p:nvGrpSpPr>
        <p:grpSpPr>
          <a:xfrm>
            <a:off x="335" y="2150"/>
            <a:ext cx="713300" cy="5139225"/>
            <a:chOff x="7468800" y="0"/>
            <a:chExt cx="1675200" cy="5139225"/>
          </a:xfrm>
        </p:grpSpPr>
        <p:sp>
          <p:nvSpPr>
            <p:cNvPr id="267" name="Google Shape;267;p30"/>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8" name="Google Shape;268;p30"/>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9" name="Google Shape;269;p30"/>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0" name="Google Shape;270;p30"/>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1" name="Google Shape;271;p30"/>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2" name="Google Shape;272;p30"/>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3" name="Google Shape;273;p30"/>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4" name="Shape 274"/>
        <p:cNvGrpSpPr/>
        <p:nvPr/>
      </p:nvGrpSpPr>
      <p:grpSpPr>
        <a:xfrm>
          <a:off x="0" y="0"/>
          <a:ext cx="0" cy="0"/>
          <a:chOff x="0" y="0"/>
          <a:chExt cx="0" cy="0"/>
        </a:xfrm>
      </p:grpSpPr>
      <p:grpSp>
        <p:nvGrpSpPr>
          <p:cNvPr id="275" name="Google Shape;275;p31"/>
          <p:cNvGrpSpPr/>
          <p:nvPr/>
        </p:nvGrpSpPr>
        <p:grpSpPr>
          <a:xfrm>
            <a:off x="0" y="0"/>
            <a:ext cx="9143875" cy="5143500"/>
            <a:chOff x="0" y="0"/>
            <a:chExt cx="9143875" cy="5143500"/>
          </a:xfrm>
        </p:grpSpPr>
        <p:sp>
          <p:nvSpPr>
            <p:cNvPr id="276" name="Google Shape;276;p31"/>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7" name="Google Shape;277;p31"/>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8" name="Google Shape;278;p31"/>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9" name="Google Shape;279;p31"/>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0" name="Google Shape;280;p31"/>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81" name="Google Shape;281;p3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5" name="Shape 285"/>
        <p:cNvGrpSpPr/>
        <p:nvPr/>
      </p:nvGrpSpPr>
      <p:grpSpPr>
        <a:xfrm>
          <a:off x="0" y="0"/>
          <a:ext cx="0" cy="0"/>
          <a:chOff x="0" y="0"/>
          <a:chExt cx="0" cy="0"/>
        </a:xfrm>
      </p:grpSpPr>
      <p:sp>
        <p:nvSpPr>
          <p:cNvPr id="286" name="Google Shape;286;p33"/>
          <p:cNvSpPr txBox="1"/>
          <p:nvPr>
            <p:ph type="ctrTitle"/>
          </p:nvPr>
        </p:nvSpPr>
        <p:spPr>
          <a:xfrm>
            <a:off x="713225" y="897050"/>
            <a:ext cx="6651600" cy="15621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87" name="Google Shape;287;p33"/>
          <p:cNvSpPr txBox="1"/>
          <p:nvPr>
            <p:ph idx="1" type="subTitle"/>
          </p:nvPr>
        </p:nvSpPr>
        <p:spPr>
          <a:xfrm>
            <a:off x="833324" y="3906950"/>
            <a:ext cx="6065400" cy="414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8" name="Shape 288"/>
        <p:cNvGrpSpPr/>
        <p:nvPr/>
      </p:nvGrpSpPr>
      <p:grpSpPr>
        <a:xfrm>
          <a:off x="0" y="0"/>
          <a:ext cx="0" cy="0"/>
          <a:chOff x="0" y="0"/>
          <a:chExt cx="0" cy="0"/>
        </a:xfrm>
      </p:grpSpPr>
      <p:sp>
        <p:nvSpPr>
          <p:cNvPr id="289" name="Google Shape;289;p34"/>
          <p:cNvSpPr txBox="1"/>
          <p:nvPr>
            <p:ph type="title"/>
          </p:nvPr>
        </p:nvSpPr>
        <p:spPr>
          <a:xfrm>
            <a:off x="4858075" y="1948525"/>
            <a:ext cx="3918900" cy="19443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0" name="Google Shape;290;p34"/>
          <p:cNvSpPr txBox="1"/>
          <p:nvPr>
            <p:ph hasCustomPrompt="1" idx="2" type="title"/>
          </p:nvPr>
        </p:nvSpPr>
        <p:spPr>
          <a:xfrm>
            <a:off x="4963434" y="924863"/>
            <a:ext cx="954000" cy="954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91" name="Google Shape;291;p34"/>
          <p:cNvSpPr/>
          <p:nvPr>
            <p:ph idx="3" type="pic"/>
          </p:nvPr>
        </p:nvSpPr>
        <p:spPr>
          <a:xfrm>
            <a:off x="1322338" y="539500"/>
            <a:ext cx="2760600" cy="4064400"/>
          </a:xfrm>
          <a:prstGeom prst="rect">
            <a:avLst/>
          </a:prstGeom>
          <a:noFill/>
          <a:ln>
            <a:noFill/>
          </a:ln>
        </p:spPr>
      </p:sp>
      <p:grpSp>
        <p:nvGrpSpPr>
          <p:cNvPr id="292" name="Google Shape;292;p34"/>
          <p:cNvGrpSpPr/>
          <p:nvPr/>
        </p:nvGrpSpPr>
        <p:grpSpPr>
          <a:xfrm>
            <a:off x="335" y="2150"/>
            <a:ext cx="713300" cy="5139225"/>
            <a:chOff x="7468800" y="0"/>
            <a:chExt cx="1675200" cy="5139225"/>
          </a:xfrm>
        </p:grpSpPr>
        <p:sp>
          <p:nvSpPr>
            <p:cNvPr id="293" name="Google Shape;293;p34"/>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4" name="Google Shape;294;p34"/>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5" name="Google Shape;295;p34"/>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6" name="Google Shape;296;p34"/>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7" name="Google Shape;297;p34"/>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8" name="Google Shape;298;p34"/>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9" name="Google Shape;299;p34"/>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0" name="Shape 300"/>
        <p:cNvGrpSpPr/>
        <p:nvPr/>
      </p:nvGrpSpPr>
      <p:grpSpPr>
        <a:xfrm>
          <a:off x="0" y="0"/>
          <a:ext cx="0" cy="0"/>
          <a:chOff x="0" y="0"/>
          <a:chExt cx="0" cy="0"/>
        </a:xfrm>
      </p:grpSpPr>
      <p:sp>
        <p:nvSpPr>
          <p:cNvPr id="301" name="Google Shape;301;p35"/>
          <p:cNvSpPr txBox="1"/>
          <p:nvPr>
            <p:ph type="title"/>
          </p:nvPr>
        </p:nvSpPr>
        <p:spPr>
          <a:xfrm>
            <a:off x="713225" y="1350150"/>
            <a:ext cx="2776200" cy="1119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2" name="Google Shape;302;p35"/>
          <p:cNvSpPr txBox="1"/>
          <p:nvPr>
            <p:ph idx="1" type="body"/>
          </p:nvPr>
        </p:nvSpPr>
        <p:spPr>
          <a:xfrm>
            <a:off x="713225" y="2469150"/>
            <a:ext cx="2776200" cy="132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3" name="Shape 303"/>
        <p:cNvGrpSpPr/>
        <p:nvPr/>
      </p:nvGrpSpPr>
      <p:grpSpPr>
        <a:xfrm>
          <a:off x="0" y="0"/>
          <a:ext cx="0" cy="0"/>
          <a:chOff x="0" y="0"/>
          <a:chExt cx="0" cy="0"/>
        </a:xfrm>
      </p:grpSpPr>
      <p:sp>
        <p:nvSpPr>
          <p:cNvPr id="304" name="Google Shape;304;p3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5" name="Google Shape;305;p36"/>
          <p:cNvSpPr txBox="1"/>
          <p:nvPr>
            <p:ph idx="1" type="subTitle"/>
          </p:nvPr>
        </p:nvSpPr>
        <p:spPr>
          <a:xfrm>
            <a:off x="1628225" y="3279925"/>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6" name="Google Shape;306;p36"/>
          <p:cNvSpPr txBox="1"/>
          <p:nvPr>
            <p:ph idx="2" type="subTitle"/>
          </p:nvPr>
        </p:nvSpPr>
        <p:spPr>
          <a:xfrm>
            <a:off x="1628225" y="1845299"/>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7" name="Google Shape;307;p36"/>
          <p:cNvSpPr txBox="1"/>
          <p:nvPr>
            <p:ph idx="3" type="subTitle"/>
          </p:nvPr>
        </p:nvSpPr>
        <p:spPr>
          <a:xfrm>
            <a:off x="1628225" y="1588175"/>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08" name="Google Shape;308;p36"/>
          <p:cNvSpPr txBox="1"/>
          <p:nvPr>
            <p:ph idx="4" type="subTitle"/>
          </p:nvPr>
        </p:nvSpPr>
        <p:spPr>
          <a:xfrm>
            <a:off x="1628225" y="3022850"/>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09" name="Google Shape;309;p36"/>
          <p:cNvGrpSpPr/>
          <p:nvPr/>
        </p:nvGrpSpPr>
        <p:grpSpPr>
          <a:xfrm>
            <a:off x="0" y="4661988"/>
            <a:ext cx="9144000" cy="481513"/>
            <a:chOff x="0" y="4661988"/>
            <a:chExt cx="9144000" cy="481513"/>
          </a:xfrm>
        </p:grpSpPr>
        <p:sp>
          <p:nvSpPr>
            <p:cNvPr id="310" name="Google Shape;310;p36"/>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1" name="Google Shape;311;p36"/>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2" name="Google Shape;312;p36"/>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13" name="Google Shape;313;p3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4" name="Shape 314"/>
        <p:cNvGrpSpPr/>
        <p:nvPr/>
      </p:nvGrpSpPr>
      <p:grpSpPr>
        <a:xfrm>
          <a:off x="0" y="0"/>
          <a:ext cx="0" cy="0"/>
          <a:chOff x="0" y="0"/>
          <a:chExt cx="0" cy="0"/>
        </a:xfrm>
      </p:grpSpPr>
      <p:sp>
        <p:nvSpPr>
          <p:cNvPr id="315" name="Google Shape;315;p3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16" name="Google Shape;316;p37"/>
          <p:cNvGrpSpPr/>
          <p:nvPr/>
        </p:nvGrpSpPr>
        <p:grpSpPr>
          <a:xfrm>
            <a:off x="0" y="3429300"/>
            <a:ext cx="9141475" cy="1714200"/>
            <a:chOff x="0" y="3429300"/>
            <a:chExt cx="9141475" cy="1714200"/>
          </a:xfrm>
        </p:grpSpPr>
        <p:sp>
          <p:nvSpPr>
            <p:cNvPr id="317" name="Google Shape;317;p37"/>
            <p:cNvSpPr/>
            <p:nvPr/>
          </p:nvSpPr>
          <p:spPr>
            <a:xfrm flipH="1" rot="10800000">
              <a:off x="0" y="4286400"/>
              <a:ext cx="710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8" name="Google Shape;318;p37"/>
            <p:cNvSpPr/>
            <p:nvPr/>
          </p:nvSpPr>
          <p:spPr>
            <a:xfrm flipH="1" rot="10800000">
              <a:off x="0" y="34293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9" name="Google Shape;319;p37"/>
            <p:cNvSpPr/>
            <p:nvPr/>
          </p:nvSpPr>
          <p:spPr>
            <a:xfrm flipH="1" rot="10800000">
              <a:off x="8430775" y="42864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0" name="Google Shape;320;p37"/>
            <p:cNvSpPr/>
            <p:nvPr/>
          </p:nvSpPr>
          <p:spPr>
            <a:xfrm>
              <a:off x="8430775" y="4125900"/>
              <a:ext cx="710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21" name="Google Shape;321;p3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2" name="Shape 322"/>
        <p:cNvGrpSpPr/>
        <p:nvPr/>
      </p:nvGrpSpPr>
      <p:grpSpPr>
        <a:xfrm>
          <a:off x="0" y="0"/>
          <a:ext cx="0" cy="0"/>
          <a:chOff x="0" y="0"/>
          <a:chExt cx="0" cy="0"/>
        </a:xfrm>
      </p:grpSpPr>
      <p:sp>
        <p:nvSpPr>
          <p:cNvPr id="323" name="Google Shape;323;p38"/>
          <p:cNvSpPr txBox="1"/>
          <p:nvPr>
            <p:ph type="title"/>
          </p:nvPr>
        </p:nvSpPr>
        <p:spPr>
          <a:xfrm>
            <a:off x="713225" y="845825"/>
            <a:ext cx="42948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4" name="Google Shape;324;p38"/>
          <p:cNvSpPr txBox="1"/>
          <p:nvPr>
            <p:ph idx="1" type="subTitle"/>
          </p:nvPr>
        </p:nvSpPr>
        <p:spPr>
          <a:xfrm>
            <a:off x="713225" y="214107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325" name="Google Shape;325;p38"/>
          <p:cNvSpPr/>
          <p:nvPr>
            <p:ph idx="2" type="pic"/>
          </p:nvPr>
        </p:nvSpPr>
        <p:spPr>
          <a:xfrm>
            <a:off x="5479825" y="539500"/>
            <a:ext cx="2950800" cy="4064400"/>
          </a:xfrm>
          <a:prstGeom prst="rect">
            <a:avLst/>
          </a:prstGeom>
          <a:noFill/>
          <a:ln>
            <a:noFill/>
          </a:ln>
        </p:spPr>
      </p:sp>
      <p:grpSp>
        <p:nvGrpSpPr>
          <p:cNvPr id="326" name="Google Shape;326;p38"/>
          <p:cNvGrpSpPr/>
          <p:nvPr/>
        </p:nvGrpSpPr>
        <p:grpSpPr>
          <a:xfrm>
            <a:off x="7717675" y="3429300"/>
            <a:ext cx="1426200" cy="1714200"/>
            <a:chOff x="7717675" y="3429300"/>
            <a:chExt cx="1426200" cy="1714200"/>
          </a:xfrm>
        </p:grpSpPr>
        <p:sp>
          <p:nvSpPr>
            <p:cNvPr id="327" name="Google Shape;327;p38"/>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8" name="Google Shape;328;p38"/>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9" name="Google Shape;329;p38"/>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30" name="Google Shape;330;p38"/>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1" name="Shape 331"/>
        <p:cNvGrpSpPr/>
        <p:nvPr/>
      </p:nvGrpSpPr>
      <p:grpSpPr>
        <a:xfrm>
          <a:off x="0" y="0"/>
          <a:ext cx="0" cy="0"/>
          <a:chOff x="0" y="0"/>
          <a:chExt cx="0" cy="0"/>
        </a:xfrm>
      </p:grpSpPr>
      <p:sp>
        <p:nvSpPr>
          <p:cNvPr id="332" name="Google Shape;332;p39"/>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33" name="Google Shape;333;p39"/>
          <p:cNvGrpSpPr/>
          <p:nvPr/>
        </p:nvGrpSpPr>
        <p:grpSpPr>
          <a:xfrm>
            <a:off x="8424000" y="-4125"/>
            <a:ext cx="720300" cy="5143600"/>
            <a:chOff x="8424000" y="-4125"/>
            <a:chExt cx="720300" cy="5143600"/>
          </a:xfrm>
        </p:grpSpPr>
        <p:grpSp>
          <p:nvGrpSpPr>
            <p:cNvPr id="334" name="Google Shape;334;p39"/>
            <p:cNvGrpSpPr/>
            <p:nvPr/>
          </p:nvGrpSpPr>
          <p:grpSpPr>
            <a:xfrm>
              <a:off x="8584500" y="-4125"/>
              <a:ext cx="559800" cy="5143600"/>
              <a:chOff x="8584500" y="-4125"/>
              <a:chExt cx="559800" cy="5143600"/>
            </a:xfrm>
          </p:grpSpPr>
          <p:sp>
            <p:nvSpPr>
              <p:cNvPr id="335" name="Google Shape;335;p39"/>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6" name="Google Shape;336;p39"/>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7" name="Google Shape;337;p39"/>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38" name="Google Shape;338;p39"/>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39" name="Google Shape;339;p3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0" name="Shape 340"/>
        <p:cNvGrpSpPr/>
        <p:nvPr/>
      </p:nvGrpSpPr>
      <p:grpSpPr>
        <a:xfrm>
          <a:off x="0" y="0"/>
          <a:ext cx="0" cy="0"/>
          <a:chOff x="0" y="0"/>
          <a:chExt cx="0" cy="0"/>
        </a:xfrm>
      </p:grpSpPr>
      <p:sp>
        <p:nvSpPr>
          <p:cNvPr id="341" name="Google Shape;341;p40"/>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42" name="Google Shape;342;p40"/>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343" name="Google Shape;343;p40"/>
          <p:cNvGrpSpPr/>
          <p:nvPr/>
        </p:nvGrpSpPr>
        <p:grpSpPr>
          <a:xfrm>
            <a:off x="7717675" y="3429300"/>
            <a:ext cx="1426200" cy="1714200"/>
            <a:chOff x="7717675" y="3429300"/>
            <a:chExt cx="1426200" cy="1714200"/>
          </a:xfrm>
        </p:grpSpPr>
        <p:sp>
          <p:nvSpPr>
            <p:cNvPr id="344" name="Google Shape;344;p40"/>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5" name="Google Shape;345;p40"/>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6" name="Google Shape;346;p40"/>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47" name="Google Shape;347;p40"/>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8" name="Shape 348"/>
        <p:cNvGrpSpPr/>
        <p:nvPr/>
      </p:nvGrpSpPr>
      <p:grpSpPr>
        <a:xfrm>
          <a:off x="0" y="0"/>
          <a:ext cx="0" cy="0"/>
          <a:chOff x="0" y="0"/>
          <a:chExt cx="0" cy="0"/>
        </a:xfrm>
      </p:grpSpPr>
      <p:sp>
        <p:nvSpPr>
          <p:cNvPr id="349" name="Google Shape;349;p41"/>
          <p:cNvSpPr/>
          <p:nvPr>
            <p:ph idx="2" type="pic"/>
          </p:nvPr>
        </p:nvSpPr>
        <p:spPr>
          <a:xfrm>
            <a:off x="0" y="0"/>
            <a:ext cx="9144000" cy="5143500"/>
          </a:xfrm>
          <a:prstGeom prst="rect">
            <a:avLst/>
          </a:prstGeom>
          <a:noFill/>
          <a:ln>
            <a:noFill/>
          </a:ln>
        </p:spPr>
      </p:sp>
      <p:sp>
        <p:nvSpPr>
          <p:cNvPr id="350" name="Google Shape;350;p41"/>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1" name="Shape 351"/>
        <p:cNvGrpSpPr/>
        <p:nvPr/>
      </p:nvGrpSpPr>
      <p:grpSpPr>
        <a:xfrm>
          <a:off x="0" y="0"/>
          <a:ext cx="0" cy="0"/>
          <a:chOff x="0" y="0"/>
          <a:chExt cx="0" cy="0"/>
        </a:xfrm>
      </p:grpSpPr>
      <p:sp>
        <p:nvSpPr>
          <p:cNvPr id="352" name="Google Shape;352;p42"/>
          <p:cNvSpPr txBox="1"/>
          <p:nvPr>
            <p:ph hasCustomPrompt="1" type="title"/>
          </p:nvPr>
        </p:nvSpPr>
        <p:spPr>
          <a:xfrm>
            <a:off x="2617600" y="2118550"/>
            <a:ext cx="3908700" cy="1017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3" name="Google Shape;353;p42"/>
          <p:cNvSpPr txBox="1"/>
          <p:nvPr>
            <p:ph idx="1" type="subTitle"/>
          </p:nvPr>
        </p:nvSpPr>
        <p:spPr>
          <a:xfrm>
            <a:off x="2817525" y="3212000"/>
            <a:ext cx="3509100" cy="4173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54" name="Shape 354"/>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55" name="Shape 355"/>
        <p:cNvGrpSpPr/>
        <p:nvPr/>
      </p:nvGrpSpPr>
      <p:grpSpPr>
        <a:xfrm>
          <a:off x="0" y="0"/>
          <a:ext cx="0" cy="0"/>
          <a:chOff x="0" y="0"/>
          <a:chExt cx="0" cy="0"/>
        </a:xfrm>
      </p:grpSpPr>
      <p:sp>
        <p:nvSpPr>
          <p:cNvPr id="356" name="Google Shape;356;p4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7" name="Google Shape;357;p44"/>
          <p:cNvSpPr txBox="1"/>
          <p:nvPr>
            <p:ph hasCustomPrompt="1" idx="2" type="title"/>
          </p:nvPr>
        </p:nvSpPr>
        <p:spPr>
          <a:xfrm>
            <a:off x="720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8" name="Google Shape;358;p44"/>
          <p:cNvSpPr txBox="1"/>
          <p:nvPr>
            <p:ph hasCustomPrompt="1" idx="3" type="title"/>
          </p:nvPr>
        </p:nvSpPr>
        <p:spPr>
          <a:xfrm>
            <a:off x="4572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9" name="Google Shape;359;p44"/>
          <p:cNvSpPr txBox="1"/>
          <p:nvPr>
            <p:ph hasCustomPrompt="1" idx="4" type="title"/>
          </p:nvPr>
        </p:nvSpPr>
        <p:spPr>
          <a:xfrm>
            <a:off x="720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0" name="Google Shape;360;p44"/>
          <p:cNvSpPr txBox="1"/>
          <p:nvPr>
            <p:ph hasCustomPrompt="1" idx="5" type="title"/>
          </p:nvPr>
        </p:nvSpPr>
        <p:spPr>
          <a:xfrm>
            <a:off x="4572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1" name="Google Shape;361;p44"/>
          <p:cNvSpPr txBox="1"/>
          <p:nvPr>
            <p:ph hasCustomPrompt="1" idx="6" type="title"/>
          </p:nvPr>
        </p:nvSpPr>
        <p:spPr>
          <a:xfrm>
            <a:off x="720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2" name="Google Shape;362;p44"/>
          <p:cNvSpPr txBox="1"/>
          <p:nvPr>
            <p:ph hasCustomPrompt="1" idx="7" type="title"/>
          </p:nvPr>
        </p:nvSpPr>
        <p:spPr>
          <a:xfrm>
            <a:off x="4572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3" name="Google Shape;363;p44"/>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4" name="Google Shape;364;p44"/>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5" name="Google Shape;365;p44"/>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6" name="Google Shape;366;p44"/>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7" name="Google Shape;367;p44"/>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8" name="Google Shape;368;p44"/>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69" name="Google Shape;369;p44"/>
          <p:cNvGrpSpPr/>
          <p:nvPr/>
        </p:nvGrpSpPr>
        <p:grpSpPr>
          <a:xfrm>
            <a:off x="8424000" y="-4125"/>
            <a:ext cx="720300" cy="5143600"/>
            <a:chOff x="8424000" y="-4125"/>
            <a:chExt cx="720300" cy="5143600"/>
          </a:xfrm>
        </p:grpSpPr>
        <p:grpSp>
          <p:nvGrpSpPr>
            <p:cNvPr id="370" name="Google Shape;370;p44"/>
            <p:cNvGrpSpPr/>
            <p:nvPr/>
          </p:nvGrpSpPr>
          <p:grpSpPr>
            <a:xfrm>
              <a:off x="8584500" y="-4125"/>
              <a:ext cx="559800" cy="5143600"/>
              <a:chOff x="8584500" y="-4125"/>
              <a:chExt cx="559800" cy="5143600"/>
            </a:xfrm>
          </p:grpSpPr>
          <p:sp>
            <p:nvSpPr>
              <p:cNvPr id="371" name="Google Shape;371;p44"/>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2" name="Google Shape;372;p44"/>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3" name="Google Shape;373;p44"/>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74" name="Google Shape;374;p44"/>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75" name="Google Shape;375;p4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376" name="Shape 376"/>
        <p:cNvGrpSpPr/>
        <p:nvPr/>
      </p:nvGrpSpPr>
      <p:grpSpPr>
        <a:xfrm>
          <a:off x="0" y="0"/>
          <a:ext cx="0" cy="0"/>
          <a:chOff x="0" y="0"/>
          <a:chExt cx="0" cy="0"/>
        </a:xfrm>
      </p:grpSpPr>
      <p:sp>
        <p:nvSpPr>
          <p:cNvPr id="377" name="Google Shape;377;p45"/>
          <p:cNvSpPr txBox="1"/>
          <p:nvPr>
            <p:ph type="title"/>
          </p:nvPr>
        </p:nvSpPr>
        <p:spPr>
          <a:xfrm>
            <a:off x="3718663" y="959100"/>
            <a:ext cx="2872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8" name="Google Shape;378;p45"/>
          <p:cNvSpPr txBox="1"/>
          <p:nvPr>
            <p:ph idx="1" type="subTitle"/>
          </p:nvPr>
        </p:nvSpPr>
        <p:spPr>
          <a:xfrm>
            <a:off x="3718675" y="2167200"/>
            <a:ext cx="4142400" cy="201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379" name="Google Shape;379;p45"/>
          <p:cNvGrpSpPr/>
          <p:nvPr/>
        </p:nvGrpSpPr>
        <p:grpSpPr>
          <a:xfrm>
            <a:off x="0" y="0"/>
            <a:ext cx="9143875" cy="5143500"/>
            <a:chOff x="0" y="0"/>
            <a:chExt cx="9143875" cy="5143500"/>
          </a:xfrm>
        </p:grpSpPr>
        <p:sp>
          <p:nvSpPr>
            <p:cNvPr id="380" name="Google Shape;380;p45"/>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1" name="Google Shape;381;p45"/>
            <p:cNvSpPr/>
            <p:nvPr/>
          </p:nvSpPr>
          <p:spPr>
            <a:xfrm flipH="1" rot="10800000">
              <a:off x="8430775" y="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2" name="Google Shape;382;p45"/>
            <p:cNvSpPr/>
            <p:nvPr/>
          </p:nvSpPr>
          <p:spPr>
            <a:xfrm flipH="1" rot="10800000">
              <a:off x="8430775"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3" name="Google Shape;383;p45"/>
            <p:cNvSpPr/>
            <p:nvPr/>
          </p:nvSpPr>
          <p:spPr>
            <a:xfrm flipH="1" rot="10800000">
              <a:off x="843077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4" name="Google Shape;384;p45"/>
            <p:cNvSpPr/>
            <p:nvPr/>
          </p:nvSpPr>
          <p:spPr>
            <a:xfrm flipH="1" rot="10800000">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5" name="Google Shape;385;p45"/>
            <p:cNvSpPr/>
            <p:nvPr/>
          </p:nvSpPr>
          <p:spPr>
            <a:xfrm flipH="1" rot="10800000">
              <a:off x="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386" name="Shape 386"/>
        <p:cNvGrpSpPr/>
        <p:nvPr/>
      </p:nvGrpSpPr>
      <p:grpSpPr>
        <a:xfrm>
          <a:off x="0" y="0"/>
          <a:ext cx="0" cy="0"/>
          <a:chOff x="0" y="0"/>
          <a:chExt cx="0" cy="0"/>
        </a:xfrm>
      </p:grpSpPr>
      <p:sp>
        <p:nvSpPr>
          <p:cNvPr id="387" name="Google Shape;387;p46"/>
          <p:cNvSpPr txBox="1"/>
          <p:nvPr>
            <p:ph type="title"/>
          </p:nvPr>
        </p:nvSpPr>
        <p:spPr>
          <a:xfrm>
            <a:off x="3997325" y="1045900"/>
            <a:ext cx="4433700" cy="1422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8" name="Google Shape;388;p46"/>
          <p:cNvSpPr txBox="1"/>
          <p:nvPr>
            <p:ph idx="1" type="subTitle"/>
          </p:nvPr>
        </p:nvSpPr>
        <p:spPr>
          <a:xfrm>
            <a:off x="3997325" y="2430553"/>
            <a:ext cx="4433700" cy="142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89" name="Google Shape;389;p46"/>
          <p:cNvSpPr/>
          <p:nvPr>
            <p:ph idx="2" type="pic"/>
          </p:nvPr>
        </p:nvSpPr>
        <p:spPr>
          <a:xfrm>
            <a:off x="713225" y="554676"/>
            <a:ext cx="2801100" cy="4049400"/>
          </a:xfrm>
          <a:prstGeom prst="rect">
            <a:avLst/>
          </a:prstGeom>
          <a:noFill/>
          <a:ln>
            <a:noFill/>
          </a:ln>
        </p:spPr>
      </p:sp>
      <p:grpSp>
        <p:nvGrpSpPr>
          <p:cNvPr id="390" name="Google Shape;390;p46"/>
          <p:cNvGrpSpPr/>
          <p:nvPr/>
        </p:nvGrpSpPr>
        <p:grpSpPr>
          <a:xfrm>
            <a:off x="0" y="0"/>
            <a:ext cx="713100" cy="5143500"/>
            <a:chOff x="0" y="0"/>
            <a:chExt cx="713100" cy="5143500"/>
          </a:xfrm>
        </p:grpSpPr>
        <p:sp>
          <p:nvSpPr>
            <p:cNvPr id="391" name="Google Shape;391;p46"/>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2" name="Google Shape;392;p46"/>
            <p:cNvSpPr/>
            <p:nvPr/>
          </p:nvSpPr>
          <p:spPr>
            <a:xfrm flipH="1" rot="10800000">
              <a:off x="0"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3" name="Google Shape;393;p46"/>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94" name="Google Shape;394;p46"/>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5" name="Google Shape;395;p46"/>
          <p:cNvSpPr/>
          <p:nvPr/>
        </p:nvSpPr>
        <p:spPr>
          <a:xfrm>
            <a:off x="626177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396" name="Shape 396"/>
        <p:cNvGrpSpPr/>
        <p:nvPr/>
      </p:nvGrpSpPr>
      <p:grpSpPr>
        <a:xfrm>
          <a:off x="0" y="0"/>
          <a:ext cx="0" cy="0"/>
          <a:chOff x="0" y="0"/>
          <a:chExt cx="0" cy="0"/>
        </a:xfrm>
      </p:grpSpPr>
      <p:sp>
        <p:nvSpPr>
          <p:cNvPr id="397" name="Google Shape;397;p47"/>
          <p:cNvSpPr txBox="1"/>
          <p:nvPr>
            <p:ph type="title"/>
          </p:nvPr>
        </p:nvSpPr>
        <p:spPr>
          <a:xfrm>
            <a:off x="713225" y="539504"/>
            <a:ext cx="419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8" name="Google Shape;398;p47"/>
          <p:cNvSpPr txBox="1"/>
          <p:nvPr>
            <p:ph idx="1" type="body"/>
          </p:nvPr>
        </p:nvSpPr>
        <p:spPr>
          <a:xfrm>
            <a:off x="713225" y="1237654"/>
            <a:ext cx="4195500" cy="3005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399" name="Google Shape;399;p47"/>
          <p:cNvGrpSpPr/>
          <p:nvPr/>
        </p:nvGrpSpPr>
        <p:grpSpPr>
          <a:xfrm>
            <a:off x="0" y="4662000"/>
            <a:ext cx="9144000" cy="481500"/>
            <a:chOff x="0" y="4662000"/>
            <a:chExt cx="9144000" cy="481500"/>
          </a:xfrm>
        </p:grpSpPr>
        <p:sp>
          <p:nvSpPr>
            <p:cNvPr id="400" name="Google Shape;400;p47"/>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1" name="Google Shape;401;p47"/>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2" name="Google Shape;402;p47"/>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03" name="Google Shape;403;p4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404" name="Shape 404"/>
        <p:cNvGrpSpPr/>
        <p:nvPr/>
      </p:nvGrpSpPr>
      <p:grpSpPr>
        <a:xfrm>
          <a:off x="0" y="0"/>
          <a:ext cx="0" cy="0"/>
          <a:chOff x="0" y="0"/>
          <a:chExt cx="0" cy="0"/>
        </a:xfrm>
      </p:grpSpPr>
      <p:sp>
        <p:nvSpPr>
          <p:cNvPr id="405" name="Google Shape;405;p48"/>
          <p:cNvSpPr txBox="1"/>
          <p:nvPr>
            <p:ph type="title"/>
          </p:nvPr>
        </p:nvSpPr>
        <p:spPr>
          <a:xfrm>
            <a:off x="713225" y="666225"/>
            <a:ext cx="6923100" cy="750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06" name="Google Shape;406;p48"/>
          <p:cNvGrpSpPr/>
          <p:nvPr/>
        </p:nvGrpSpPr>
        <p:grpSpPr>
          <a:xfrm>
            <a:off x="0" y="0"/>
            <a:ext cx="9144000" cy="481500"/>
            <a:chOff x="0" y="4662000"/>
            <a:chExt cx="9144000" cy="481500"/>
          </a:xfrm>
        </p:grpSpPr>
        <p:sp>
          <p:nvSpPr>
            <p:cNvPr id="407" name="Google Shape;407;p48"/>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8" name="Google Shape;408;p48"/>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9" name="Google Shape;409;p48"/>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10" name="Google Shape;410;p48"/>
          <p:cNvSpPr/>
          <p:nvPr/>
        </p:nvSpPr>
        <p:spPr>
          <a:xfrm>
            <a:off x="713225" y="47643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1" name="Google Shape;411;p48"/>
          <p:cNvSpPr txBox="1"/>
          <p:nvPr>
            <p:ph idx="1" type="subTitle"/>
          </p:nvPr>
        </p:nvSpPr>
        <p:spPr>
          <a:xfrm>
            <a:off x="713225" y="1558450"/>
            <a:ext cx="6951900" cy="275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12" name="Shape 412"/>
        <p:cNvGrpSpPr/>
        <p:nvPr/>
      </p:nvGrpSpPr>
      <p:grpSpPr>
        <a:xfrm>
          <a:off x="0" y="0"/>
          <a:ext cx="0" cy="0"/>
          <a:chOff x="0" y="0"/>
          <a:chExt cx="0" cy="0"/>
        </a:xfrm>
      </p:grpSpPr>
      <p:sp>
        <p:nvSpPr>
          <p:cNvPr id="413" name="Google Shape;413;p4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4" name="Google Shape;414;p49"/>
          <p:cNvSpPr txBox="1"/>
          <p:nvPr>
            <p:ph idx="1" type="subTitle"/>
          </p:nvPr>
        </p:nvSpPr>
        <p:spPr>
          <a:xfrm>
            <a:off x="713225"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15" name="Google Shape;415;p49"/>
          <p:cNvSpPr txBox="1"/>
          <p:nvPr>
            <p:ph idx="2" type="subTitle"/>
          </p:nvPr>
        </p:nvSpPr>
        <p:spPr>
          <a:xfrm>
            <a:off x="3231361"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16" name="Google Shape;416;p49"/>
          <p:cNvSpPr txBox="1"/>
          <p:nvPr>
            <p:ph idx="3" type="subTitle"/>
          </p:nvPr>
        </p:nvSpPr>
        <p:spPr>
          <a:xfrm>
            <a:off x="5749496"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17" name="Google Shape;417;p49"/>
          <p:cNvSpPr txBox="1"/>
          <p:nvPr>
            <p:ph idx="4" type="subTitle"/>
          </p:nvPr>
        </p:nvSpPr>
        <p:spPr>
          <a:xfrm>
            <a:off x="713225"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18" name="Google Shape;418;p49"/>
          <p:cNvSpPr txBox="1"/>
          <p:nvPr>
            <p:ph idx="5" type="subTitle"/>
          </p:nvPr>
        </p:nvSpPr>
        <p:spPr>
          <a:xfrm>
            <a:off x="3231357"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19" name="Google Shape;419;p49"/>
          <p:cNvSpPr txBox="1"/>
          <p:nvPr>
            <p:ph idx="6" type="subTitle"/>
          </p:nvPr>
        </p:nvSpPr>
        <p:spPr>
          <a:xfrm>
            <a:off x="5749488"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420" name="Google Shape;420;p49"/>
          <p:cNvGrpSpPr/>
          <p:nvPr/>
        </p:nvGrpSpPr>
        <p:grpSpPr>
          <a:xfrm>
            <a:off x="8795925" y="2411700"/>
            <a:ext cx="364500" cy="2731800"/>
            <a:chOff x="8795925" y="2411700"/>
            <a:chExt cx="364500" cy="2731800"/>
          </a:xfrm>
        </p:grpSpPr>
        <p:sp>
          <p:nvSpPr>
            <p:cNvPr id="421" name="Google Shape;421;p49"/>
            <p:cNvSpPr/>
            <p:nvPr/>
          </p:nvSpPr>
          <p:spPr>
            <a:xfrm flipH="1" rot="10800000">
              <a:off x="8795925"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2" name="Google Shape;422;p49"/>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3" name="Google Shape;423;p49"/>
            <p:cNvSpPr/>
            <p:nvPr/>
          </p:nvSpPr>
          <p:spPr>
            <a:xfrm flipH="1" rot="10800000">
              <a:off x="8795925" y="25722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4" name="Google Shape;424;p49"/>
            <p:cNvSpPr/>
            <p:nvPr/>
          </p:nvSpPr>
          <p:spPr>
            <a:xfrm>
              <a:off x="8795925" y="2411700"/>
              <a:ext cx="3645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25" name="Google Shape;425;p4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26" name="Shape 426"/>
        <p:cNvGrpSpPr/>
        <p:nvPr/>
      </p:nvGrpSpPr>
      <p:grpSpPr>
        <a:xfrm>
          <a:off x="0" y="0"/>
          <a:ext cx="0" cy="0"/>
          <a:chOff x="0" y="0"/>
          <a:chExt cx="0" cy="0"/>
        </a:xfrm>
      </p:grpSpPr>
      <p:sp>
        <p:nvSpPr>
          <p:cNvPr id="427" name="Google Shape;427;p5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28" name="Google Shape;428;p50"/>
          <p:cNvSpPr txBox="1"/>
          <p:nvPr>
            <p:ph idx="1" type="subTitle"/>
          </p:nvPr>
        </p:nvSpPr>
        <p:spPr>
          <a:xfrm>
            <a:off x="7132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29" name="Google Shape;429;p50"/>
          <p:cNvSpPr txBox="1"/>
          <p:nvPr>
            <p:ph idx="2" type="subTitle"/>
          </p:nvPr>
        </p:nvSpPr>
        <p:spPr>
          <a:xfrm>
            <a:off x="46988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0" name="Google Shape;430;p50"/>
          <p:cNvSpPr txBox="1"/>
          <p:nvPr>
            <p:ph idx="3" type="subTitle"/>
          </p:nvPr>
        </p:nvSpPr>
        <p:spPr>
          <a:xfrm>
            <a:off x="7132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1" name="Google Shape;431;p50"/>
          <p:cNvSpPr txBox="1"/>
          <p:nvPr>
            <p:ph idx="4" type="subTitle"/>
          </p:nvPr>
        </p:nvSpPr>
        <p:spPr>
          <a:xfrm>
            <a:off x="46988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2" name="Google Shape;432;p50"/>
          <p:cNvSpPr txBox="1"/>
          <p:nvPr>
            <p:ph idx="5" type="subTitle"/>
          </p:nvPr>
        </p:nvSpPr>
        <p:spPr>
          <a:xfrm>
            <a:off x="7132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33" name="Google Shape;433;p50"/>
          <p:cNvSpPr txBox="1"/>
          <p:nvPr>
            <p:ph idx="6" type="subTitle"/>
          </p:nvPr>
        </p:nvSpPr>
        <p:spPr>
          <a:xfrm>
            <a:off x="7132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34" name="Google Shape;434;p50"/>
          <p:cNvSpPr txBox="1"/>
          <p:nvPr>
            <p:ph idx="7" type="subTitle"/>
          </p:nvPr>
        </p:nvSpPr>
        <p:spPr>
          <a:xfrm>
            <a:off x="46988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35" name="Google Shape;435;p50"/>
          <p:cNvSpPr txBox="1"/>
          <p:nvPr>
            <p:ph idx="8" type="subTitle"/>
          </p:nvPr>
        </p:nvSpPr>
        <p:spPr>
          <a:xfrm>
            <a:off x="46988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436" name="Google Shape;436;p50"/>
          <p:cNvGrpSpPr/>
          <p:nvPr/>
        </p:nvGrpSpPr>
        <p:grpSpPr>
          <a:xfrm>
            <a:off x="0" y="3429300"/>
            <a:ext cx="9160425" cy="1714200"/>
            <a:chOff x="0" y="3429300"/>
            <a:chExt cx="9160425" cy="1714200"/>
          </a:xfrm>
        </p:grpSpPr>
        <p:grpSp>
          <p:nvGrpSpPr>
            <p:cNvPr id="437" name="Google Shape;437;p50"/>
            <p:cNvGrpSpPr/>
            <p:nvPr/>
          </p:nvGrpSpPr>
          <p:grpSpPr>
            <a:xfrm>
              <a:off x="8795925" y="3429300"/>
              <a:ext cx="364500" cy="1714200"/>
              <a:chOff x="8795925" y="3429300"/>
              <a:chExt cx="364500" cy="1714200"/>
            </a:xfrm>
          </p:grpSpPr>
          <p:sp>
            <p:nvSpPr>
              <p:cNvPr id="438" name="Google Shape;438;p50"/>
              <p:cNvSpPr/>
              <p:nvPr/>
            </p:nvSpPr>
            <p:spPr>
              <a:xfrm flipH="1" rot="10800000">
                <a:off x="8795925" y="42864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9" name="Google Shape;439;p50"/>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40" name="Google Shape;440;p50"/>
            <p:cNvGrpSpPr/>
            <p:nvPr/>
          </p:nvGrpSpPr>
          <p:grpSpPr>
            <a:xfrm>
              <a:off x="0" y="3429300"/>
              <a:ext cx="364500" cy="1714200"/>
              <a:chOff x="0" y="3429300"/>
              <a:chExt cx="364500" cy="1714200"/>
            </a:xfrm>
          </p:grpSpPr>
          <p:sp>
            <p:nvSpPr>
              <p:cNvPr id="441" name="Google Shape;441;p50"/>
              <p:cNvSpPr/>
              <p:nvPr/>
            </p:nvSpPr>
            <p:spPr>
              <a:xfrm flipH="1" rot="10800000">
                <a:off x="0"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42" name="Google Shape;442;p50"/>
              <p:cNvSpPr/>
              <p:nvPr/>
            </p:nvSpPr>
            <p:spPr>
              <a:xfrm flipH="1" rot="10800000">
                <a:off x="0"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443" name="Google Shape;443;p5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44" name="Shape 444"/>
        <p:cNvGrpSpPr/>
        <p:nvPr/>
      </p:nvGrpSpPr>
      <p:grpSpPr>
        <a:xfrm>
          <a:off x="0" y="0"/>
          <a:ext cx="0" cy="0"/>
          <a:chOff x="0" y="0"/>
          <a:chExt cx="0" cy="0"/>
        </a:xfrm>
      </p:grpSpPr>
      <p:sp>
        <p:nvSpPr>
          <p:cNvPr id="445" name="Google Shape;445;p5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6" name="Google Shape;446;p51"/>
          <p:cNvSpPr txBox="1"/>
          <p:nvPr>
            <p:ph idx="1" type="subTitle"/>
          </p:nvPr>
        </p:nvSpPr>
        <p:spPr>
          <a:xfrm>
            <a:off x="7131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7" name="Google Shape;447;p51"/>
          <p:cNvSpPr txBox="1"/>
          <p:nvPr>
            <p:ph idx="2" type="subTitle"/>
          </p:nvPr>
        </p:nvSpPr>
        <p:spPr>
          <a:xfrm>
            <a:off x="345525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8" name="Google Shape;448;p51"/>
          <p:cNvSpPr txBox="1"/>
          <p:nvPr>
            <p:ph idx="3" type="subTitle"/>
          </p:nvPr>
        </p:nvSpPr>
        <p:spPr>
          <a:xfrm>
            <a:off x="7131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9" name="Google Shape;449;p51"/>
          <p:cNvSpPr txBox="1"/>
          <p:nvPr>
            <p:ph idx="4" type="subTitle"/>
          </p:nvPr>
        </p:nvSpPr>
        <p:spPr>
          <a:xfrm>
            <a:off x="345525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0" name="Google Shape;450;p51"/>
          <p:cNvSpPr txBox="1"/>
          <p:nvPr>
            <p:ph idx="5" type="subTitle"/>
          </p:nvPr>
        </p:nvSpPr>
        <p:spPr>
          <a:xfrm>
            <a:off x="61974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1" name="Google Shape;451;p51"/>
          <p:cNvSpPr txBox="1"/>
          <p:nvPr>
            <p:ph idx="6" type="subTitle"/>
          </p:nvPr>
        </p:nvSpPr>
        <p:spPr>
          <a:xfrm>
            <a:off x="61974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2" name="Google Shape;452;p51"/>
          <p:cNvSpPr txBox="1"/>
          <p:nvPr>
            <p:ph idx="7" type="subTitle"/>
          </p:nvPr>
        </p:nvSpPr>
        <p:spPr>
          <a:xfrm>
            <a:off x="713100" y="1307112"/>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3" name="Google Shape;453;p51"/>
          <p:cNvSpPr txBox="1"/>
          <p:nvPr>
            <p:ph idx="8" type="subTitle"/>
          </p:nvPr>
        </p:nvSpPr>
        <p:spPr>
          <a:xfrm>
            <a:off x="345765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4" name="Google Shape;454;p51"/>
          <p:cNvSpPr txBox="1"/>
          <p:nvPr>
            <p:ph idx="9" type="subTitle"/>
          </p:nvPr>
        </p:nvSpPr>
        <p:spPr>
          <a:xfrm>
            <a:off x="619980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5" name="Google Shape;455;p51"/>
          <p:cNvSpPr txBox="1"/>
          <p:nvPr>
            <p:ph idx="13" type="subTitle"/>
          </p:nvPr>
        </p:nvSpPr>
        <p:spPr>
          <a:xfrm>
            <a:off x="713100" y="3034188"/>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6" name="Google Shape;456;p51"/>
          <p:cNvSpPr txBox="1"/>
          <p:nvPr>
            <p:ph idx="14" type="subTitle"/>
          </p:nvPr>
        </p:nvSpPr>
        <p:spPr>
          <a:xfrm>
            <a:off x="345765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7" name="Google Shape;457;p51"/>
          <p:cNvSpPr txBox="1"/>
          <p:nvPr>
            <p:ph idx="15" type="subTitle"/>
          </p:nvPr>
        </p:nvSpPr>
        <p:spPr>
          <a:xfrm>
            <a:off x="619980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458" name="Google Shape;458;p51"/>
          <p:cNvGrpSpPr/>
          <p:nvPr/>
        </p:nvGrpSpPr>
        <p:grpSpPr>
          <a:xfrm>
            <a:off x="0" y="4661988"/>
            <a:ext cx="9144000" cy="481513"/>
            <a:chOff x="0" y="4661988"/>
            <a:chExt cx="9144000" cy="481513"/>
          </a:xfrm>
        </p:grpSpPr>
        <p:sp>
          <p:nvSpPr>
            <p:cNvPr id="459" name="Google Shape;459;p51"/>
            <p:cNvSpPr/>
            <p:nvPr/>
          </p:nvSpPr>
          <p:spPr>
            <a:xfrm>
              <a:off x="0" y="4983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0" name="Google Shape;460;p51"/>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1" name="Google Shape;461;p51"/>
            <p:cNvSpPr/>
            <p:nvPr/>
          </p:nvSpPr>
          <p:spPr>
            <a:xfrm>
              <a:off x="0" y="4661988"/>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62" name="Google Shape;462;p5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63" name="Shape 463"/>
        <p:cNvGrpSpPr/>
        <p:nvPr/>
      </p:nvGrpSpPr>
      <p:grpSpPr>
        <a:xfrm>
          <a:off x="0" y="0"/>
          <a:ext cx="0" cy="0"/>
          <a:chOff x="0" y="0"/>
          <a:chExt cx="0" cy="0"/>
        </a:xfrm>
      </p:grpSpPr>
      <p:sp>
        <p:nvSpPr>
          <p:cNvPr id="464" name="Google Shape;464;p52"/>
          <p:cNvSpPr txBox="1"/>
          <p:nvPr>
            <p:ph hasCustomPrompt="1" type="title"/>
          </p:nvPr>
        </p:nvSpPr>
        <p:spPr>
          <a:xfrm>
            <a:off x="3287850" y="2064188"/>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5" name="Google Shape;465;p52"/>
          <p:cNvSpPr txBox="1"/>
          <p:nvPr>
            <p:ph idx="1" type="subTitle"/>
          </p:nvPr>
        </p:nvSpPr>
        <p:spPr>
          <a:xfrm>
            <a:off x="3287850" y="2746902"/>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66" name="Google Shape;466;p52"/>
          <p:cNvSpPr txBox="1"/>
          <p:nvPr>
            <p:ph hasCustomPrompt="1" idx="2" type="title"/>
          </p:nvPr>
        </p:nvSpPr>
        <p:spPr>
          <a:xfrm>
            <a:off x="3287850" y="915175"/>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7" name="Google Shape;467;p52"/>
          <p:cNvSpPr txBox="1"/>
          <p:nvPr>
            <p:ph idx="3" type="subTitle"/>
          </p:nvPr>
        </p:nvSpPr>
        <p:spPr>
          <a:xfrm>
            <a:off x="3287850" y="1597879"/>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68" name="Google Shape;468;p52"/>
          <p:cNvSpPr txBox="1"/>
          <p:nvPr>
            <p:ph hasCustomPrompt="1" idx="4" type="title"/>
          </p:nvPr>
        </p:nvSpPr>
        <p:spPr>
          <a:xfrm>
            <a:off x="3287850" y="3213200"/>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9" name="Google Shape;469;p52"/>
          <p:cNvSpPr txBox="1"/>
          <p:nvPr>
            <p:ph idx="5" type="subTitle"/>
          </p:nvPr>
        </p:nvSpPr>
        <p:spPr>
          <a:xfrm>
            <a:off x="3287850" y="3895925"/>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470" name="Google Shape;470;p52"/>
          <p:cNvGrpSpPr/>
          <p:nvPr/>
        </p:nvGrpSpPr>
        <p:grpSpPr>
          <a:xfrm>
            <a:off x="3847050" y="378431"/>
            <a:ext cx="1449900" cy="4386056"/>
            <a:chOff x="3847050" y="378431"/>
            <a:chExt cx="1449900" cy="4386056"/>
          </a:xfrm>
        </p:grpSpPr>
        <p:sp>
          <p:nvSpPr>
            <p:cNvPr id="471" name="Google Shape;471;p52"/>
            <p:cNvSpPr/>
            <p:nvPr/>
          </p:nvSpPr>
          <p:spPr>
            <a:xfrm>
              <a:off x="3847050" y="378431"/>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2" name="Google Shape;472;p52"/>
            <p:cNvSpPr/>
            <p:nvPr/>
          </p:nvSpPr>
          <p:spPr>
            <a:xfrm>
              <a:off x="3847050" y="46039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73" name="Shape 473"/>
        <p:cNvGrpSpPr/>
        <p:nvPr/>
      </p:nvGrpSpPr>
      <p:grpSpPr>
        <a:xfrm>
          <a:off x="0" y="0"/>
          <a:ext cx="0" cy="0"/>
          <a:chOff x="0" y="0"/>
          <a:chExt cx="0" cy="0"/>
        </a:xfrm>
      </p:grpSpPr>
      <p:sp>
        <p:nvSpPr>
          <p:cNvPr id="474" name="Google Shape;474;p5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75" name="Google Shape;475;p53"/>
          <p:cNvGrpSpPr/>
          <p:nvPr/>
        </p:nvGrpSpPr>
        <p:grpSpPr>
          <a:xfrm>
            <a:off x="0" y="275063"/>
            <a:ext cx="9144000" cy="4868438"/>
            <a:chOff x="0" y="275063"/>
            <a:chExt cx="9144000" cy="4868438"/>
          </a:xfrm>
        </p:grpSpPr>
        <p:sp>
          <p:nvSpPr>
            <p:cNvPr id="476" name="Google Shape;476;p53"/>
            <p:cNvSpPr/>
            <p:nvPr/>
          </p:nvSpPr>
          <p:spPr>
            <a:xfrm>
              <a:off x="713225" y="275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77" name="Google Shape;477;p53"/>
            <p:cNvGrpSpPr/>
            <p:nvPr/>
          </p:nvGrpSpPr>
          <p:grpSpPr>
            <a:xfrm>
              <a:off x="0" y="4822500"/>
              <a:ext cx="9144000" cy="321000"/>
              <a:chOff x="0" y="4822500"/>
              <a:chExt cx="9144000" cy="321000"/>
            </a:xfrm>
          </p:grpSpPr>
          <p:sp>
            <p:nvSpPr>
              <p:cNvPr id="478" name="Google Shape;478;p53"/>
              <p:cNvSpPr/>
              <p:nvPr/>
            </p:nvSpPr>
            <p:spPr>
              <a:xfrm>
                <a:off x="0" y="49830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9" name="Google Shape;479;p53"/>
              <p:cNvSpPr/>
              <p:nvPr/>
            </p:nvSpPr>
            <p:spPr>
              <a:xfrm>
                <a:off x="0" y="48225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480" name="Google Shape;480;p53"/>
          <p:cNvGrpSpPr/>
          <p:nvPr/>
        </p:nvGrpSpPr>
        <p:grpSpPr>
          <a:xfrm>
            <a:off x="8430775" y="0"/>
            <a:ext cx="713318" cy="857100"/>
            <a:chOff x="8430775" y="0"/>
            <a:chExt cx="713318" cy="857100"/>
          </a:xfrm>
        </p:grpSpPr>
        <p:sp>
          <p:nvSpPr>
            <p:cNvPr id="481" name="Google Shape;481;p53"/>
            <p:cNvSpPr/>
            <p:nvPr/>
          </p:nvSpPr>
          <p:spPr>
            <a:xfrm flipH="1" rot="10800000">
              <a:off x="8787393" y="0"/>
              <a:ext cx="356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2" name="Google Shape;482;p53"/>
            <p:cNvSpPr/>
            <p:nvPr/>
          </p:nvSpPr>
          <p:spPr>
            <a:xfrm flipH="1" rot="10800000">
              <a:off x="8430775" y="0"/>
              <a:ext cx="356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483" name="Shape 483"/>
        <p:cNvGrpSpPr/>
        <p:nvPr/>
      </p:nvGrpSpPr>
      <p:grpSpPr>
        <a:xfrm>
          <a:off x="0" y="0"/>
          <a:ext cx="0" cy="0"/>
          <a:chOff x="0" y="0"/>
          <a:chExt cx="0" cy="0"/>
        </a:xfrm>
      </p:grpSpPr>
      <p:sp>
        <p:nvSpPr>
          <p:cNvPr id="484" name="Google Shape;484;p5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85" name="Google Shape;485;p54"/>
          <p:cNvGrpSpPr/>
          <p:nvPr/>
        </p:nvGrpSpPr>
        <p:grpSpPr>
          <a:xfrm>
            <a:off x="-100" y="3429300"/>
            <a:ext cx="1433325" cy="1714200"/>
            <a:chOff x="-100" y="3429300"/>
            <a:chExt cx="1433325" cy="1714200"/>
          </a:xfrm>
        </p:grpSpPr>
        <p:sp>
          <p:nvSpPr>
            <p:cNvPr id="486" name="Google Shape;486;p54"/>
            <p:cNvSpPr/>
            <p:nvPr/>
          </p:nvSpPr>
          <p:spPr>
            <a:xfrm>
              <a:off x="72012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7" name="Google Shape;487;p54"/>
            <p:cNvSpPr/>
            <p:nvPr/>
          </p:nvSpPr>
          <p:spPr>
            <a:xfrm>
              <a:off x="-10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8" name="Google Shape;488;p54"/>
            <p:cNvSpPr/>
            <p:nvPr/>
          </p:nvSpPr>
          <p:spPr>
            <a:xfrm>
              <a:off x="-100" y="34293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89" name="Google Shape;489;p54"/>
          <p:cNvSpPr/>
          <p:nvPr/>
        </p:nvSpPr>
        <p:spPr>
          <a:xfrm>
            <a:off x="713000"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490" name="Shape 490"/>
        <p:cNvGrpSpPr/>
        <p:nvPr/>
      </p:nvGrpSpPr>
      <p:grpSpPr>
        <a:xfrm>
          <a:off x="0" y="0"/>
          <a:ext cx="0" cy="0"/>
          <a:chOff x="0" y="0"/>
          <a:chExt cx="0" cy="0"/>
        </a:xfrm>
      </p:grpSpPr>
      <p:sp>
        <p:nvSpPr>
          <p:cNvPr id="491" name="Google Shape;491;p5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92" name="Google Shape;492;p55"/>
          <p:cNvGrpSpPr/>
          <p:nvPr/>
        </p:nvGrpSpPr>
        <p:grpSpPr>
          <a:xfrm>
            <a:off x="0" y="0"/>
            <a:ext cx="9144000" cy="5160150"/>
            <a:chOff x="0" y="0"/>
            <a:chExt cx="9144000" cy="5160150"/>
          </a:xfrm>
        </p:grpSpPr>
        <p:grpSp>
          <p:nvGrpSpPr>
            <p:cNvPr id="493" name="Google Shape;493;p55"/>
            <p:cNvGrpSpPr/>
            <p:nvPr/>
          </p:nvGrpSpPr>
          <p:grpSpPr>
            <a:xfrm>
              <a:off x="0" y="3445950"/>
              <a:ext cx="568500" cy="1714200"/>
              <a:chOff x="0" y="3445950"/>
              <a:chExt cx="568500" cy="1714200"/>
            </a:xfrm>
          </p:grpSpPr>
          <p:sp>
            <p:nvSpPr>
              <p:cNvPr id="494" name="Google Shape;494;p55"/>
              <p:cNvSpPr/>
              <p:nvPr/>
            </p:nvSpPr>
            <p:spPr>
              <a:xfrm flipH="1" rot="10800000">
                <a:off x="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5" name="Google Shape;495;p55"/>
              <p:cNvSpPr/>
              <p:nvPr/>
            </p:nvSpPr>
            <p:spPr>
              <a:xfrm flipH="1" rot="10800000">
                <a:off x="0" y="344595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96" name="Google Shape;496;p55"/>
            <p:cNvGrpSpPr/>
            <p:nvPr/>
          </p:nvGrpSpPr>
          <p:grpSpPr>
            <a:xfrm>
              <a:off x="8575500" y="0"/>
              <a:ext cx="568500" cy="5160150"/>
              <a:chOff x="8575500" y="0"/>
              <a:chExt cx="568500" cy="5160150"/>
            </a:xfrm>
          </p:grpSpPr>
          <p:sp>
            <p:nvSpPr>
              <p:cNvPr id="497" name="Google Shape;497;p55"/>
              <p:cNvSpPr/>
              <p:nvPr/>
            </p:nvSpPr>
            <p:spPr>
              <a:xfrm flipH="1" rot="10800000">
                <a:off x="857550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8" name="Google Shape;498;p55"/>
              <p:cNvSpPr/>
              <p:nvPr/>
            </p:nvSpPr>
            <p:spPr>
              <a:xfrm flipH="1" rot="10800000">
                <a:off x="8575500" y="34459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9" name="Google Shape;499;p55"/>
              <p:cNvSpPr/>
              <p:nvPr/>
            </p:nvSpPr>
            <p:spPr>
              <a:xfrm flipH="1" rot="10800000">
                <a:off x="8575500" y="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500" name="Google Shape;500;p5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501" name="Shape 501"/>
        <p:cNvGrpSpPr/>
        <p:nvPr/>
      </p:nvGrpSpPr>
      <p:grpSpPr>
        <a:xfrm>
          <a:off x="0" y="0"/>
          <a:ext cx="0" cy="0"/>
          <a:chOff x="0" y="0"/>
          <a:chExt cx="0" cy="0"/>
        </a:xfrm>
      </p:grpSpPr>
      <p:sp>
        <p:nvSpPr>
          <p:cNvPr id="502" name="Google Shape;502;p5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03" name="Google Shape;503;p56"/>
          <p:cNvGrpSpPr/>
          <p:nvPr/>
        </p:nvGrpSpPr>
        <p:grpSpPr>
          <a:xfrm>
            <a:off x="0" y="0"/>
            <a:ext cx="9145075" cy="5143500"/>
            <a:chOff x="0" y="0"/>
            <a:chExt cx="9145075" cy="5143500"/>
          </a:xfrm>
        </p:grpSpPr>
        <p:sp>
          <p:nvSpPr>
            <p:cNvPr id="504" name="Google Shape;504;p56"/>
            <p:cNvSpPr/>
            <p:nvPr/>
          </p:nvSpPr>
          <p:spPr>
            <a:xfrm flipH="1" rot="10800000">
              <a:off x="0"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5" name="Google Shape;505;p56"/>
            <p:cNvSpPr/>
            <p:nvPr/>
          </p:nvSpPr>
          <p:spPr>
            <a:xfrm flipH="1" rot="10800000">
              <a:off x="0" y="3429300"/>
              <a:ext cx="714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6" name="Google Shape;506;p56"/>
            <p:cNvSpPr/>
            <p:nvPr/>
          </p:nvSpPr>
          <p:spPr>
            <a:xfrm flipH="1" rot="10800000">
              <a:off x="0" y="257220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7" name="Google Shape;507;p56"/>
            <p:cNvSpPr/>
            <p:nvPr/>
          </p:nvSpPr>
          <p:spPr>
            <a:xfrm flipH="1" rot="10800000">
              <a:off x="8430775" y="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8" name="Google Shape;508;p56"/>
            <p:cNvSpPr/>
            <p:nvPr/>
          </p:nvSpPr>
          <p:spPr>
            <a:xfrm flipH="1" rot="10800000">
              <a:off x="8430775"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09" name="Google Shape;509;p5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510" name="Shape 510"/>
        <p:cNvGrpSpPr/>
        <p:nvPr/>
      </p:nvGrpSpPr>
      <p:grpSpPr>
        <a:xfrm>
          <a:off x="0" y="0"/>
          <a:ext cx="0" cy="0"/>
          <a:chOff x="0" y="0"/>
          <a:chExt cx="0" cy="0"/>
        </a:xfrm>
      </p:grpSpPr>
      <p:sp>
        <p:nvSpPr>
          <p:cNvPr id="511" name="Google Shape;511;p5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12" name="Google Shape;512;p57"/>
          <p:cNvGrpSpPr/>
          <p:nvPr/>
        </p:nvGrpSpPr>
        <p:grpSpPr>
          <a:xfrm>
            <a:off x="0" y="0"/>
            <a:ext cx="9143875" cy="5143500"/>
            <a:chOff x="0" y="0"/>
            <a:chExt cx="9143875" cy="5143500"/>
          </a:xfrm>
        </p:grpSpPr>
        <p:sp>
          <p:nvSpPr>
            <p:cNvPr id="513" name="Google Shape;513;p57"/>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4" name="Google Shape;514;p57"/>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5" name="Google Shape;515;p57"/>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6" name="Google Shape;516;p57"/>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7" name="Google Shape;517;p57"/>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18" name="Google Shape;518;p5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519" name="Shape 519"/>
        <p:cNvGrpSpPr/>
        <p:nvPr/>
      </p:nvGrpSpPr>
      <p:grpSpPr>
        <a:xfrm>
          <a:off x="0" y="0"/>
          <a:ext cx="0" cy="0"/>
          <a:chOff x="0" y="0"/>
          <a:chExt cx="0" cy="0"/>
        </a:xfrm>
      </p:grpSpPr>
      <p:sp>
        <p:nvSpPr>
          <p:cNvPr id="520" name="Google Shape;520;p5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21" name="Google Shape;521;p58"/>
          <p:cNvGrpSpPr/>
          <p:nvPr/>
        </p:nvGrpSpPr>
        <p:grpSpPr>
          <a:xfrm>
            <a:off x="0" y="3275875"/>
            <a:ext cx="9144000" cy="1863925"/>
            <a:chOff x="0" y="3275875"/>
            <a:chExt cx="9144000" cy="1863925"/>
          </a:xfrm>
        </p:grpSpPr>
        <p:sp>
          <p:nvSpPr>
            <p:cNvPr id="522" name="Google Shape;522;p58"/>
            <p:cNvSpPr/>
            <p:nvPr/>
          </p:nvSpPr>
          <p:spPr>
            <a:xfrm flipH="1" rot="10800000">
              <a:off x="0" y="4282700"/>
              <a:ext cx="708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523" name="Google Shape;523;p58"/>
            <p:cNvGrpSpPr/>
            <p:nvPr/>
          </p:nvGrpSpPr>
          <p:grpSpPr>
            <a:xfrm>
              <a:off x="8435700" y="3275875"/>
              <a:ext cx="708300" cy="1863925"/>
              <a:chOff x="8435700" y="3275875"/>
              <a:chExt cx="708300" cy="1863925"/>
            </a:xfrm>
          </p:grpSpPr>
          <p:sp>
            <p:nvSpPr>
              <p:cNvPr id="524" name="Google Shape;524;p58"/>
              <p:cNvSpPr/>
              <p:nvPr/>
            </p:nvSpPr>
            <p:spPr>
              <a:xfrm>
                <a:off x="8435700" y="32758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5" name="Google Shape;525;p58"/>
              <p:cNvSpPr/>
              <p:nvPr/>
            </p:nvSpPr>
            <p:spPr>
              <a:xfrm flipH="1" rot="10800000">
                <a:off x="8435700" y="4282700"/>
                <a:ext cx="708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6" name="Google Shape;526;p58"/>
              <p:cNvSpPr/>
              <p:nvPr/>
            </p:nvSpPr>
            <p:spPr>
              <a:xfrm flipH="1" rot="10800000">
                <a:off x="8435700" y="3436375"/>
                <a:ext cx="708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27" name="Google Shape;527;p58"/>
            <p:cNvSpPr/>
            <p:nvPr/>
          </p:nvSpPr>
          <p:spPr>
            <a:xfrm>
              <a:off x="0" y="41329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28" name="Google Shape;528;p5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29" name="Shape 529"/>
        <p:cNvGrpSpPr/>
        <p:nvPr/>
      </p:nvGrpSpPr>
      <p:grpSpPr>
        <a:xfrm>
          <a:off x="0" y="0"/>
          <a:ext cx="0" cy="0"/>
          <a:chOff x="0" y="0"/>
          <a:chExt cx="0" cy="0"/>
        </a:xfrm>
      </p:grpSpPr>
      <p:sp>
        <p:nvSpPr>
          <p:cNvPr id="530" name="Google Shape;530;p59"/>
          <p:cNvSpPr txBox="1"/>
          <p:nvPr>
            <p:ph type="title"/>
          </p:nvPr>
        </p:nvSpPr>
        <p:spPr>
          <a:xfrm>
            <a:off x="713225" y="737850"/>
            <a:ext cx="4645200" cy="134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1" name="Google Shape;531;p59"/>
          <p:cNvSpPr txBox="1"/>
          <p:nvPr>
            <p:ph idx="1" type="subTitle"/>
          </p:nvPr>
        </p:nvSpPr>
        <p:spPr>
          <a:xfrm>
            <a:off x="713225" y="2141075"/>
            <a:ext cx="46452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532" name="Google Shape;532;p59"/>
          <p:cNvSpPr/>
          <p:nvPr>
            <p:ph idx="2" type="pic"/>
          </p:nvPr>
        </p:nvSpPr>
        <p:spPr>
          <a:xfrm>
            <a:off x="5479825" y="539500"/>
            <a:ext cx="2950800" cy="4064400"/>
          </a:xfrm>
          <a:prstGeom prst="rect">
            <a:avLst/>
          </a:prstGeom>
          <a:noFill/>
          <a:ln>
            <a:noFill/>
          </a:ln>
        </p:spPr>
      </p:sp>
      <p:grpSp>
        <p:nvGrpSpPr>
          <p:cNvPr id="533" name="Google Shape;533;p59"/>
          <p:cNvGrpSpPr/>
          <p:nvPr/>
        </p:nvGrpSpPr>
        <p:grpSpPr>
          <a:xfrm>
            <a:off x="7717675" y="3429300"/>
            <a:ext cx="1426200" cy="1714200"/>
            <a:chOff x="7717675" y="3429300"/>
            <a:chExt cx="1426200" cy="1714200"/>
          </a:xfrm>
        </p:grpSpPr>
        <p:sp>
          <p:nvSpPr>
            <p:cNvPr id="534" name="Google Shape;534;p59"/>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5" name="Google Shape;535;p59"/>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6" name="Google Shape;536;p59"/>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37" name="Google Shape;537;p59"/>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38" name="Shape 538"/>
        <p:cNvGrpSpPr/>
        <p:nvPr/>
      </p:nvGrpSpPr>
      <p:grpSpPr>
        <a:xfrm>
          <a:off x="0" y="0"/>
          <a:ext cx="0" cy="0"/>
          <a:chOff x="0" y="0"/>
          <a:chExt cx="0" cy="0"/>
        </a:xfrm>
      </p:grpSpPr>
      <p:sp>
        <p:nvSpPr>
          <p:cNvPr id="539" name="Google Shape;539;p60"/>
          <p:cNvSpPr txBox="1"/>
          <p:nvPr>
            <p:ph type="title"/>
          </p:nvPr>
        </p:nvSpPr>
        <p:spPr>
          <a:xfrm>
            <a:off x="4253750" y="769400"/>
            <a:ext cx="39558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0" name="Google Shape;540;p60"/>
          <p:cNvSpPr txBox="1"/>
          <p:nvPr>
            <p:ph idx="1" type="subTitle"/>
          </p:nvPr>
        </p:nvSpPr>
        <p:spPr>
          <a:xfrm>
            <a:off x="4253750" y="1859617"/>
            <a:ext cx="3684000" cy="127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41" name="Google Shape;541;p60"/>
          <p:cNvSpPr txBox="1"/>
          <p:nvPr/>
        </p:nvSpPr>
        <p:spPr>
          <a:xfrm>
            <a:off x="4253760" y="3320333"/>
            <a:ext cx="3684000" cy="76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b="1" lang="en" sz="1200" u="sng">
                <a:solidFill>
                  <a:schemeClr val="hlink"/>
                </a:solid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infographics &amp; images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42" name="Shape 542"/>
        <p:cNvGrpSpPr/>
        <p:nvPr/>
      </p:nvGrpSpPr>
      <p:grpSpPr>
        <a:xfrm>
          <a:off x="0" y="0"/>
          <a:ext cx="0" cy="0"/>
          <a:chOff x="0" y="0"/>
          <a:chExt cx="0" cy="0"/>
        </a:xfrm>
      </p:grpSpPr>
      <p:grpSp>
        <p:nvGrpSpPr>
          <p:cNvPr id="543" name="Google Shape;543;p61"/>
          <p:cNvGrpSpPr/>
          <p:nvPr/>
        </p:nvGrpSpPr>
        <p:grpSpPr>
          <a:xfrm>
            <a:off x="335" y="2150"/>
            <a:ext cx="713300" cy="5139225"/>
            <a:chOff x="7468800" y="0"/>
            <a:chExt cx="1675200" cy="5139225"/>
          </a:xfrm>
        </p:grpSpPr>
        <p:sp>
          <p:nvSpPr>
            <p:cNvPr id="544" name="Google Shape;544;p61"/>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5" name="Google Shape;545;p61"/>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6" name="Google Shape;546;p61"/>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7" name="Google Shape;547;p61"/>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8" name="Google Shape;548;p61"/>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9" name="Google Shape;549;p61"/>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0" name="Google Shape;550;p61"/>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51" name="Shape 551"/>
        <p:cNvGrpSpPr/>
        <p:nvPr/>
      </p:nvGrpSpPr>
      <p:grpSpPr>
        <a:xfrm>
          <a:off x="0" y="0"/>
          <a:ext cx="0" cy="0"/>
          <a:chOff x="0" y="0"/>
          <a:chExt cx="0" cy="0"/>
        </a:xfrm>
      </p:grpSpPr>
      <p:grpSp>
        <p:nvGrpSpPr>
          <p:cNvPr id="552" name="Google Shape;552;p62"/>
          <p:cNvGrpSpPr/>
          <p:nvPr/>
        </p:nvGrpSpPr>
        <p:grpSpPr>
          <a:xfrm>
            <a:off x="0" y="0"/>
            <a:ext cx="9143875" cy="5143500"/>
            <a:chOff x="0" y="0"/>
            <a:chExt cx="9143875" cy="5143500"/>
          </a:xfrm>
        </p:grpSpPr>
        <p:sp>
          <p:nvSpPr>
            <p:cNvPr id="553" name="Google Shape;553;p62"/>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4" name="Google Shape;554;p62"/>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5" name="Google Shape;555;p62"/>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6" name="Google Shape;556;p62"/>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7" name="Google Shape;557;p62"/>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58" name="Google Shape;558;p62"/>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35b2b2d34_7_0)">
  <p:cSld name="Generated (g3f35b2b2d34_7_0)">
    <p:spTree>
      <p:nvGrpSpPr>
        <p:cNvPr id="559" name="Shape 559"/>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3" name="Shape 563"/>
        <p:cNvGrpSpPr/>
        <p:nvPr/>
      </p:nvGrpSpPr>
      <p:grpSpPr>
        <a:xfrm>
          <a:off x="0" y="0"/>
          <a:ext cx="0" cy="0"/>
          <a:chOff x="0" y="0"/>
          <a:chExt cx="0" cy="0"/>
        </a:xfrm>
      </p:grpSpPr>
      <p:sp>
        <p:nvSpPr>
          <p:cNvPr id="564" name="Google Shape;564;p65"/>
          <p:cNvSpPr txBox="1"/>
          <p:nvPr>
            <p:ph type="ctrTitle"/>
          </p:nvPr>
        </p:nvSpPr>
        <p:spPr>
          <a:xfrm>
            <a:off x="713225" y="897050"/>
            <a:ext cx="6651600" cy="15621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65" name="Google Shape;565;p65"/>
          <p:cNvSpPr txBox="1"/>
          <p:nvPr>
            <p:ph idx="1" type="subTitle"/>
          </p:nvPr>
        </p:nvSpPr>
        <p:spPr>
          <a:xfrm>
            <a:off x="833324" y="3906950"/>
            <a:ext cx="6065400" cy="414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6" name="Shape 566"/>
        <p:cNvGrpSpPr/>
        <p:nvPr/>
      </p:nvGrpSpPr>
      <p:grpSpPr>
        <a:xfrm>
          <a:off x="0" y="0"/>
          <a:ext cx="0" cy="0"/>
          <a:chOff x="0" y="0"/>
          <a:chExt cx="0" cy="0"/>
        </a:xfrm>
      </p:grpSpPr>
      <p:sp>
        <p:nvSpPr>
          <p:cNvPr id="567" name="Google Shape;567;p66"/>
          <p:cNvSpPr txBox="1"/>
          <p:nvPr>
            <p:ph type="title"/>
          </p:nvPr>
        </p:nvSpPr>
        <p:spPr>
          <a:xfrm>
            <a:off x="4858075" y="1948525"/>
            <a:ext cx="3918900" cy="19443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68" name="Google Shape;568;p66"/>
          <p:cNvSpPr txBox="1"/>
          <p:nvPr>
            <p:ph hasCustomPrompt="1" idx="2" type="title"/>
          </p:nvPr>
        </p:nvSpPr>
        <p:spPr>
          <a:xfrm>
            <a:off x="4963434" y="924863"/>
            <a:ext cx="954000" cy="954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69" name="Google Shape;569;p66"/>
          <p:cNvSpPr/>
          <p:nvPr>
            <p:ph idx="3" type="pic"/>
          </p:nvPr>
        </p:nvSpPr>
        <p:spPr>
          <a:xfrm>
            <a:off x="1322338" y="539500"/>
            <a:ext cx="2760600" cy="4064400"/>
          </a:xfrm>
          <a:prstGeom prst="rect">
            <a:avLst/>
          </a:prstGeom>
          <a:noFill/>
          <a:ln>
            <a:noFill/>
          </a:ln>
        </p:spPr>
      </p:sp>
      <p:grpSp>
        <p:nvGrpSpPr>
          <p:cNvPr id="570" name="Google Shape;570;p66"/>
          <p:cNvGrpSpPr/>
          <p:nvPr/>
        </p:nvGrpSpPr>
        <p:grpSpPr>
          <a:xfrm>
            <a:off x="335" y="2150"/>
            <a:ext cx="713300" cy="5139225"/>
            <a:chOff x="7468800" y="0"/>
            <a:chExt cx="1675200" cy="5139225"/>
          </a:xfrm>
        </p:grpSpPr>
        <p:sp>
          <p:nvSpPr>
            <p:cNvPr id="571" name="Google Shape;571;p66"/>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2" name="Google Shape;572;p66"/>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3" name="Google Shape;573;p66"/>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4" name="Google Shape;574;p66"/>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5" name="Google Shape;575;p66"/>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6" name="Google Shape;576;p66"/>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7" name="Google Shape;577;p66"/>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8" name="Shape 578"/>
        <p:cNvGrpSpPr/>
        <p:nvPr/>
      </p:nvGrpSpPr>
      <p:grpSpPr>
        <a:xfrm>
          <a:off x="0" y="0"/>
          <a:ext cx="0" cy="0"/>
          <a:chOff x="0" y="0"/>
          <a:chExt cx="0" cy="0"/>
        </a:xfrm>
      </p:grpSpPr>
      <p:sp>
        <p:nvSpPr>
          <p:cNvPr id="579" name="Google Shape;579;p67"/>
          <p:cNvSpPr txBox="1"/>
          <p:nvPr>
            <p:ph type="title"/>
          </p:nvPr>
        </p:nvSpPr>
        <p:spPr>
          <a:xfrm>
            <a:off x="713225" y="1350150"/>
            <a:ext cx="2776200" cy="1119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0" name="Google Shape;580;p67"/>
          <p:cNvSpPr txBox="1"/>
          <p:nvPr>
            <p:ph idx="1" type="body"/>
          </p:nvPr>
        </p:nvSpPr>
        <p:spPr>
          <a:xfrm>
            <a:off x="713225" y="2469150"/>
            <a:ext cx="2776200" cy="132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1" name="Shape 581"/>
        <p:cNvGrpSpPr/>
        <p:nvPr/>
      </p:nvGrpSpPr>
      <p:grpSpPr>
        <a:xfrm>
          <a:off x="0" y="0"/>
          <a:ext cx="0" cy="0"/>
          <a:chOff x="0" y="0"/>
          <a:chExt cx="0" cy="0"/>
        </a:xfrm>
      </p:grpSpPr>
      <p:sp>
        <p:nvSpPr>
          <p:cNvPr id="582" name="Google Shape;582;p6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3" name="Google Shape;583;p68"/>
          <p:cNvSpPr txBox="1"/>
          <p:nvPr>
            <p:ph idx="1" type="subTitle"/>
          </p:nvPr>
        </p:nvSpPr>
        <p:spPr>
          <a:xfrm>
            <a:off x="1628225" y="3279925"/>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84" name="Google Shape;584;p68"/>
          <p:cNvSpPr txBox="1"/>
          <p:nvPr>
            <p:ph idx="2" type="subTitle"/>
          </p:nvPr>
        </p:nvSpPr>
        <p:spPr>
          <a:xfrm>
            <a:off x="1628225" y="1845299"/>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85" name="Google Shape;585;p68"/>
          <p:cNvSpPr txBox="1"/>
          <p:nvPr>
            <p:ph idx="3" type="subTitle"/>
          </p:nvPr>
        </p:nvSpPr>
        <p:spPr>
          <a:xfrm>
            <a:off x="1628225" y="1588175"/>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86" name="Google Shape;586;p68"/>
          <p:cNvSpPr txBox="1"/>
          <p:nvPr>
            <p:ph idx="4" type="subTitle"/>
          </p:nvPr>
        </p:nvSpPr>
        <p:spPr>
          <a:xfrm>
            <a:off x="1628225" y="3022850"/>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587" name="Google Shape;587;p68"/>
          <p:cNvGrpSpPr/>
          <p:nvPr/>
        </p:nvGrpSpPr>
        <p:grpSpPr>
          <a:xfrm>
            <a:off x="0" y="4661988"/>
            <a:ext cx="9144000" cy="481513"/>
            <a:chOff x="0" y="4661988"/>
            <a:chExt cx="9144000" cy="481513"/>
          </a:xfrm>
        </p:grpSpPr>
        <p:sp>
          <p:nvSpPr>
            <p:cNvPr id="588" name="Google Shape;588;p68"/>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9" name="Google Shape;589;p68"/>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0" name="Google Shape;590;p68"/>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91" name="Google Shape;591;p6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2" name="Shape 592"/>
        <p:cNvGrpSpPr/>
        <p:nvPr/>
      </p:nvGrpSpPr>
      <p:grpSpPr>
        <a:xfrm>
          <a:off x="0" y="0"/>
          <a:ext cx="0" cy="0"/>
          <a:chOff x="0" y="0"/>
          <a:chExt cx="0" cy="0"/>
        </a:xfrm>
      </p:grpSpPr>
      <p:sp>
        <p:nvSpPr>
          <p:cNvPr id="593" name="Google Shape;593;p6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94" name="Google Shape;594;p69"/>
          <p:cNvGrpSpPr/>
          <p:nvPr/>
        </p:nvGrpSpPr>
        <p:grpSpPr>
          <a:xfrm>
            <a:off x="0" y="3429300"/>
            <a:ext cx="9141475" cy="1714200"/>
            <a:chOff x="0" y="3429300"/>
            <a:chExt cx="9141475" cy="1714200"/>
          </a:xfrm>
        </p:grpSpPr>
        <p:sp>
          <p:nvSpPr>
            <p:cNvPr id="595" name="Google Shape;595;p69"/>
            <p:cNvSpPr/>
            <p:nvPr/>
          </p:nvSpPr>
          <p:spPr>
            <a:xfrm flipH="1" rot="10800000">
              <a:off x="0" y="4286400"/>
              <a:ext cx="710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6" name="Google Shape;596;p69"/>
            <p:cNvSpPr/>
            <p:nvPr/>
          </p:nvSpPr>
          <p:spPr>
            <a:xfrm flipH="1" rot="10800000">
              <a:off x="0" y="34293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7" name="Google Shape;597;p69"/>
            <p:cNvSpPr/>
            <p:nvPr/>
          </p:nvSpPr>
          <p:spPr>
            <a:xfrm flipH="1" rot="10800000">
              <a:off x="8430775" y="42864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8" name="Google Shape;598;p69"/>
            <p:cNvSpPr/>
            <p:nvPr/>
          </p:nvSpPr>
          <p:spPr>
            <a:xfrm>
              <a:off x="8430775" y="4125900"/>
              <a:ext cx="710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99" name="Google Shape;599;p6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00" name="Shape 600"/>
        <p:cNvGrpSpPr/>
        <p:nvPr/>
      </p:nvGrpSpPr>
      <p:grpSpPr>
        <a:xfrm>
          <a:off x="0" y="0"/>
          <a:ext cx="0" cy="0"/>
          <a:chOff x="0" y="0"/>
          <a:chExt cx="0" cy="0"/>
        </a:xfrm>
      </p:grpSpPr>
      <p:sp>
        <p:nvSpPr>
          <p:cNvPr id="601" name="Google Shape;601;p70"/>
          <p:cNvSpPr txBox="1"/>
          <p:nvPr>
            <p:ph type="title"/>
          </p:nvPr>
        </p:nvSpPr>
        <p:spPr>
          <a:xfrm>
            <a:off x="713225" y="845825"/>
            <a:ext cx="42948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2" name="Google Shape;602;p70"/>
          <p:cNvSpPr txBox="1"/>
          <p:nvPr>
            <p:ph idx="1" type="subTitle"/>
          </p:nvPr>
        </p:nvSpPr>
        <p:spPr>
          <a:xfrm>
            <a:off x="713225" y="214107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603" name="Google Shape;603;p70"/>
          <p:cNvSpPr/>
          <p:nvPr>
            <p:ph idx="2" type="pic"/>
          </p:nvPr>
        </p:nvSpPr>
        <p:spPr>
          <a:xfrm>
            <a:off x="5479825" y="539500"/>
            <a:ext cx="2950800" cy="4064400"/>
          </a:xfrm>
          <a:prstGeom prst="rect">
            <a:avLst/>
          </a:prstGeom>
          <a:noFill/>
          <a:ln>
            <a:noFill/>
          </a:ln>
        </p:spPr>
      </p:sp>
      <p:grpSp>
        <p:nvGrpSpPr>
          <p:cNvPr id="604" name="Google Shape;604;p70"/>
          <p:cNvGrpSpPr/>
          <p:nvPr/>
        </p:nvGrpSpPr>
        <p:grpSpPr>
          <a:xfrm>
            <a:off x="7717675" y="3429300"/>
            <a:ext cx="1426200" cy="1714200"/>
            <a:chOff x="7717675" y="3429300"/>
            <a:chExt cx="1426200" cy="1714200"/>
          </a:xfrm>
        </p:grpSpPr>
        <p:sp>
          <p:nvSpPr>
            <p:cNvPr id="605" name="Google Shape;605;p70"/>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6" name="Google Shape;606;p70"/>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7" name="Google Shape;607;p70"/>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08" name="Google Shape;608;p70"/>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9" name="Shape 609"/>
        <p:cNvGrpSpPr/>
        <p:nvPr/>
      </p:nvGrpSpPr>
      <p:grpSpPr>
        <a:xfrm>
          <a:off x="0" y="0"/>
          <a:ext cx="0" cy="0"/>
          <a:chOff x="0" y="0"/>
          <a:chExt cx="0" cy="0"/>
        </a:xfrm>
      </p:grpSpPr>
      <p:sp>
        <p:nvSpPr>
          <p:cNvPr id="610" name="Google Shape;610;p71"/>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11" name="Google Shape;611;p71"/>
          <p:cNvGrpSpPr/>
          <p:nvPr/>
        </p:nvGrpSpPr>
        <p:grpSpPr>
          <a:xfrm>
            <a:off x="8424000" y="-4125"/>
            <a:ext cx="720300" cy="5143600"/>
            <a:chOff x="8424000" y="-4125"/>
            <a:chExt cx="720300" cy="5143600"/>
          </a:xfrm>
        </p:grpSpPr>
        <p:grpSp>
          <p:nvGrpSpPr>
            <p:cNvPr id="612" name="Google Shape;612;p71"/>
            <p:cNvGrpSpPr/>
            <p:nvPr/>
          </p:nvGrpSpPr>
          <p:grpSpPr>
            <a:xfrm>
              <a:off x="8584500" y="-4125"/>
              <a:ext cx="559800" cy="5143600"/>
              <a:chOff x="8584500" y="-4125"/>
              <a:chExt cx="559800" cy="5143600"/>
            </a:xfrm>
          </p:grpSpPr>
          <p:sp>
            <p:nvSpPr>
              <p:cNvPr id="613" name="Google Shape;613;p71"/>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4" name="Google Shape;614;p71"/>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5" name="Google Shape;615;p71"/>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16" name="Google Shape;616;p71"/>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17" name="Google Shape;617;p7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8" name="Shape 618"/>
        <p:cNvGrpSpPr/>
        <p:nvPr/>
      </p:nvGrpSpPr>
      <p:grpSpPr>
        <a:xfrm>
          <a:off x="0" y="0"/>
          <a:ext cx="0" cy="0"/>
          <a:chOff x="0" y="0"/>
          <a:chExt cx="0" cy="0"/>
        </a:xfrm>
      </p:grpSpPr>
      <p:sp>
        <p:nvSpPr>
          <p:cNvPr id="619" name="Google Shape;619;p72"/>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20" name="Google Shape;620;p72"/>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621" name="Google Shape;621;p72"/>
          <p:cNvGrpSpPr/>
          <p:nvPr/>
        </p:nvGrpSpPr>
        <p:grpSpPr>
          <a:xfrm>
            <a:off x="7717675" y="3429300"/>
            <a:ext cx="1426200" cy="1714200"/>
            <a:chOff x="7717675" y="3429300"/>
            <a:chExt cx="1426200" cy="1714200"/>
          </a:xfrm>
        </p:grpSpPr>
        <p:sp>
          <p:nvSpPr>
            <p:cNvPr id="622" name="Google Shape;622;p72"/>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3" name="Google Shape;623;p72"/>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4" name="Google Shape;624;p72"/>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25" name="Google Shape;625;p72"/>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6" name="Shape 626"/>
        <p:cNvGrpSpPr/>
        <p:nvPr/>
      </p:nvGrpSpPr>
      <p:grpSpPr>
        <a:xfrm>
          <a:off x="0" y="0"/>
          <a:ext cx="0" cy="0"/>
          <a:chOff x="0" y="0"/>
          <a:chExt cx="0" cy="0"/>
        </a:xfrm>
      </p:grpSpPr>
      <p:sp>
        <p:nvSpPr>
          <p:cNvPr id="627" name="Google Shape;627;p73"/>
          <p:cNvSpPr/>
          <p:nvPr>
            <p:ph idx="2" type="pic"/>
          </p:nvPr>
        </p:nvSpPr>
        <p:spPr>
          <a:xfrm>
            <a:off x="0" y="0"/>
            <a:ext cx="9144000" cy="5143500"/>
          </a:xfrm>
          <a:prstGeom prst="rect">
            <a:avLst/>
          </a:prstGeom>
          <a:noFill/>
          <a:ln>
            <a:noFill/>
          </a:ln>
        </p:spPr>
      </p:sp>
      <p:sp>
        <p:nvSpPr>
          <p:cNvPr id="628" name="Google Shape;628;p73"/>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29" name="Shape 629"/>
        <p:cNvGrpSpPr/>
        <p:nvPr/>
      </p:nvGrpSpPr>
      <p:grpSpPr>
        <a:xfrm>
          <a:off x="0" y="0"/>
          <a:ext cx="0" cy="0"/>
          <a:chOff x="0" y="0"/>
          <a:chExt cx="0" cy="0"/>
        </a:xfrm>
      </p:grpSpPr>
      <p:sp>
        <p:nvSpPr>
          <p:cNvPr id="630" name="Google Shape;630;p74"/>
          <p:cNvSpPr txBox="1"/>
          <p:nvPr>
            <p:ph hasCustomPrompt="1" type="title"/>
          </p:nvPr>
        </p:nvSpPr>
        <p:spPr>
          <a:xfrm>
            <a:off x="2617600" y="2118550"/>
            <a:ext cx="3908700" cy="1017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31" name="Google Shape;631;p74"/>
          <p:cNvSpPr txBox="1"/>
          <p:nvPr>
            <p:ph idx="1" type="subTitle"/>
          </p:nvPr>
        </p:nvSpPr>
        <p:spPr>
          <a:xfrm>
            <a:off x="2817525" y="3212000"/>
            <a:ext cx="3509100" cy="4173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632" name="Shape 632"/>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33" name="Shape 633"/>
        <p:cNvGrpSpPr/>
        <p:nvPr/>
      </p:nvGrpSpPr>
      <p:grpSpPr>
        <a:xfrm>
          <a:off x="0" y="0"/>
          <a:ext cx="0" cy="0"/>
          <a:chOff x="0" y="0"/>
          <a:chExt cx="0" cy="0"/>
        </a:xfrm>
      </p:grpSpPr>
      <p:sp>
        <p:nvSpPr>
          <p:cNvPr id="634" name="Google Shape;634;p7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5" name="Google Shape;635;p76"/>
          <p:cNvSpPr txBox="1"/>
          <p:nvPr>
            <p:ph hasCustomPrompt="1" idx="2" type="title"/>
          </p:nvPr>
        </p:nvSpPr>
        <p:spPr>
          <a:xfrm>
            <a:off x="720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6" name="Google Shape;636;p76"/>
          <p:cNvSpPr txBox="1"/>
          <p:nvPr>
            <p:ph hasCustomPrompt="1" idx="3" type="title"/>
          </p:nvPr>
        </p:nvSpPr>
        <p:spPr>
          <a:xfrm>
            <a:off x="4572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7" name="Google Shape;637;p76"/>
          <p:cNvSpPr txBox="1"/>
          <p:nvPr>
            <p:ph hasCustomPrompt="1" idx="4" type="title"/>
          </p:nvPr>
        </p:nvSpPr>
        <p:spPr>
          <a:xfrm>
            <a:off x="720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8" name="Google Shape;638;p76"/>
          <p:cNvSpPr txBox="1"/>
          <p:nvPr>
            <p:ph hasCustomPrompt="1" idx="5" type="title"/>
          </p:nvPr>
        </p:nvSpPr>
        <p:spPr>
          <a:xfrm>
            <a:off x="4572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9" name="Google Shape;639;p76"/>
          <p:cNvSpPr txBox="1"/>
          <p:nvPr>
            <p:ph hasCustomPrompt="1" idx="6" type="title"/>
          </p:nvPr>
        </p:nvSpPr>
        <p:spPr>
          <a:xfrm>
            <a:off x="720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0" name="Google Shape;640;p76"/>
          <p:cNvSpPr txBox="1"/>
          <p:nvPr>
            <p:ph hasCustomPrompt="1" idx="7" type="title"/>
          </p:nvPr>
        </p:nvSpPr>
        <p:spPr>
          <a:xfrm>
            <a:off x="4572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1" name="Google Shape;641;p76"/>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42" name="Google Shape;642;p76"/>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43" name="Google Shape;643;p76"/>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44" name="Google Shape;644;p76"/>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45" name="Google Shape;645;p76"/>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46" name="Google Shape;646;p76"/>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647" name="Google Shape;647;p76"/>
          <p:cNvGrpSpPr/>
          <p:nvPr/>
        </p:nvGrpSpPr>
        <p:grpSpPr>
          <a:xfrm>
            <a:off x="8424000" y="-4125"/>
            <a:ext cx="720300" cy="5143600"/>
            <a:chOff x="8424000" y="-4125"/>
            <a:chExt cx="720300" cy="5143600"/>
          </a:xfrm>
        </p:grpSpPr>
        <p:grpSp>
          <p:nvGrpSpPr>
            <p:cNvPr id="648" name="Google Shape;648;p76"/>
            <p:cNvGrpSpPr/>
            <p:nvPr/>
          </p:nvGrpSpPr>
          <p:grpSpPr>
            <a:xfrm>
              <a:off x="8584500" y="-4125"/>
              <a:ext cx="559800" cy="5143600"/>
              <a:chOff x="8584500" y="-4125"/>
              <a:chExt cx="559800" cy="5143600"/>
            </a:xfrm>
          </p:grpSpPr>
          <p:sp>
            <p:nvSpPr>
              <p:cNvPr id="649" name="Google Shape;649;p76"/>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0" name="Google Shape;650;p76"/>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1" name="Google Shape;651;p76"/>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52" name="Google Shape;652;p76"/>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53" name="Google Shape;653;p7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654" name="Shape 654"/>
        <p:cNvGrpSpPr/>
        <p:nvPr/>
      </p:nvGrpSpPr>
      <p:grpSpPr>
        <a:xfrm>
          <a:off x="0" y="0"/>
          <a:ext cx="0" cy="0"/>
          <a:chOff x="0" y="0"/>
          <a:chExt cx="0" cy="0"/>
        </a:xfrm>
      </p:grpSpPr>
      <p:sp>
        <p:nvSpPr>
          <p:cNvPr id="655" name="Google Shape;655;p77"/>
          <p:cNvSpPr txBox="1"/>
          <p:nvPr>
            <p:ph type="title"/>
          </p:nvPr>
        </p:nvSpPr>
        <p:spPr>
          <a:xfrm>
            <a:off x="3718663" y="959100"/>
            <a:ext cx="2872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6" name="Google Shape;656;p77"/>
          <p:cNvSpPr txBox="1"/>
          <p:nvPr>
            <p:ph idx="1" type="subTitle"/>
          </p:nvPr>
        </p:nvSpPr>
        <p:spPr>
          <a:xfrm>
            <a:off x="3718675" y="2167200"/>
            <a:ext cx="4142400" cy="201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657" name="Google Shape;657;p77"/>
          <p:cNvGrpSpPr/>
          <p:nvPr/>
        </p:nvGrpSpPr>
        <p:grpSpPr>
          <a:xfrm>
            <a:off x="0" y="0"/>
            <a:ext cx="9143875" cy="5143500"/>
            <a:chOff x="0" y="0"/>
            <a:chExt cx="9143875" cy="5143500"/>
          </a:xfrm>
        </p:grpSpPr>
        <p:sp>
          <p:nvSpPr>
            <p:cNvPr id="658" name="Google Shape;658;p77"/>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9" name="Google Shape;659;p77"/>
            <p:cNvSpPr/>
            <p:nvPr/>
          </p:nvSpPr>
          <p:spPr>
            <a:xfrm flipH="1" rot="10800000">
              <a:off x="8430775" y="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0" name="Google Shape;660;p77"/>
            <p:cNvSpPr/>
            <p:nvPr/>
          </p:nvSpPr>
          <p:spPr>
            <a:xfrm flipH="1" rot="10800000">
              <a:off x="8430775"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1" name="Google Shape;661;p77"/>
            <p:cNvSpPr/>
            <p:nvPr/>
          </p:nvSpPr>
          <p:spPr>
            <a:xfrm flipH="1" rot="10800000">
              <a:off x="843077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2" name="Google Shape;662;p77"/>
            <p:cNvSpPr/>
            <p:nvPr/>
          </p:nvSpPr>
          <p:spPr>
            <a:xfrm flipH="1" rot="10800000">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3" name="Google Shape;663;p77"/>
            <p:cNvSpPr/>
            <p:nvPr/>
          </p:nvSpPr>
          <p:spPr>
            <a:xfrm flipH="1" rot="10800000">
              <a:off x="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664" name="Shape 664"/>
        <p:cNvGrpSpPr/>
        <p:nvPr/>
      </p:nvGrpSpPr>
      <p:grpSpPr>
        <a:xfrm>
          <a:off x="0" y="0"/>
          <a:ext cx="0" cy="0"/>
          <a:chOff x="0" y="0"/>
          <a:chExt cx="0" cy="0"/>
        </a:xfrm>
      </p:grpSpPr>
      <p:sp>
        <p:nvSpPr>
          <p:cNvPr id="665" name="Google Shape;665;p78"/>
          <p:cNvSpPr txBox="1"/>
          <p:nvPr>
            <p:ph type="title"/>
          </p:nvPr>
        </p:nvSpPr>
        <p:spPr>
          <a:xfrm>
            <a:off x="3997325" y="1045900"/>
            <a:ext cx="4433700" cy="1422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66" name="Google Shape;666;p78"/>
          <p:cNvSpPr txBox="1"/>
          <p:nvPr>
            <p:ph idx="1" type="subTitle"/>
          </p:nvPr>
        </p:nvSpPr>
        <p:spPr>
          <a:xfrm>
            <a:off x="3997325" y="2430553"/>
            <a:ext cx="4433700" cy="142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67" name="Google Shape;667;p78"/>
          <p:cNvSpPr/>
          <p:nvPr>
            <p:ph idx="2" type="pic"/>
          </p:nvPr>
        </p:nvSpPr>
        <p:spPr>
          <a:xfrm>
            <a:off x="713225" y="554676"/>
            <a:ext cx="2801100" cy="4049400"/>
          </a:xfrm>
          <a:prstGeom prst="rect">
            <a:avLst/>
          </a:prstGeom>
          <a:noFill/>
          <a:ln>
            <a:noFill/>
          </a:ln>
        </p:spPr>
      </p:sp>
      <p:grpSp>
        <p:nvGrpSpPr>
          <p:cNvPr id="668" name="Google Shape;668;p78"/>
          <p:cNvGrpSpPr/>
          <p:nvPr/>
        </p:nvGrpSpPr>
        <p:grpSpPr>
          <a:xfrm>
            <a:off x="0" y="0"/>
            <a:ext cx="713100" cy="5143500"/>
            <a:chOff x="0" y="0"/>
            <a:chExt cx="713100" cy="5143500"/>
          </a:xfrm>
        </p:grpSpPr>
        <p:sp>
          <p:nvSpPr>
            <p:cNvPr id="669" name="Google Shape;669;p78"/>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0" name="Google Shape;670;p78"/>
            <p:cNvSpPr/>
            <p:nvPr/>
          </p:nvSpPr>
          <p:spPr>
            <a:xfrm flipH="1" rot="10800000">
              <a:off x="0"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1" name="Google Shape;671;p78"/>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72" name="Google Shape;672;p78"/>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3" name="Google Shape;673;p78"/>
          <p:cNvSpPr/>
          <p:nvPr/>
        </p:nvSpPr>
        <p:spPr>
          <a:xfrm>
            <a:off x="626177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674" name="Shape 674"/>
        <p:cNvGrpSpPr/>
        <p:nvPr/>
      </p:nvGrpSpPr>
      <p:grpSpPr>
        <a:xfrm>
          <a:off x="0" y="0"/>
          <a:ext cx="0" cy="0"/>
          <a:chOff x="0" y="0"/>
          <a:chExt cx="0" cy="0"/>
        </a:xfrm>
      </p:grpSpPr>
      <p:sp>
        <p:nvSpPr>
          <p:cNvPr id="675" name="Google Shape;675;p79"/>
          <p:cNvSpPr txBox="1"/>
          <p:nvPr>
            <p:ph type="title"/>
          </p:nvPr>
        </p:nvSpPr>
        <p:spPr>
          <a:xfrm>
            <a:off x="713225" y="539504"/>
            <a:ext cx="419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6" name="Google Shape;676;p79"/>
          <p:cNvSpPr txBox="1"/>
          <p:nvPr>
            <p:ph idx="1" type="body"/>
          </p:nvPr>
        </p:nvSpPr>
        <p:spPr>
          <a:xfrm>
            <a:off x="713225" y="1237654"/>
            <a:ext cx="4195500" cy="3005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677" name="Google Shape;677;p79"/>
          <p:cNvGrpSpPr/>
          <p:nvPr/>
        </p:nvGrpSpPr>
        <p:grpSpPr>
          <a:xfrm>
            <a:off x="0" y="4662000"/>
            <a:ext cx="9144000" cy="481500"/>
            <a:chOff x="0" y="4662000"/>
            <a:chExt cx="9144000" cy="481500"/>
          </a:xfrm>
        </p:grpSpPr>
        <p:sp>
          <p:nvSpPr>
            <p:cNvPr id="678" name="Google Shape;678;p79"/>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9" name="Google Shape;679;p79"/>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0" name="Google Shape;680;p79"/>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81" name="Google Shape;681;p7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682" name="Shape 682"/>
        <p:cNvGrpSpPr/>
        <p:nvPr/>
      </p:nvGrpSpPr>
      <p:grpSpPr>
        <a:xfrm>
          <a:off x="0" y="0"/>
          <a:ext cx="0" cy="0"/>
          <a:chOff x="0" y="0"/>
          <a:chExt cx="0" cy="0"/>
        </a:xfrm>
      </p:grpSpPr>
      <p:sp>
        <p:nvSpPr>
          <p:cNvPr id="683" name="Google Shape;683;p80"/>
          <p:cNvSpPr txBox="1"/>
          <p:nvPr>
            <p:ph type="title"/>
          </p:nvPr>
        </p:nvSpPr>
        <p:spPr>
          <a:xfrm>
            <a:off x="713225" y="666225"/>
            <a:ext cx="6923100" cy="750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684" name="Google Shape;684;p80"/>
          <p:cNvGrpSpPr/>
          <p:nvPr/>
        </p:nvGrpSpPr>
        <p:grpSpPr>
          <a:xfrm>
            <a:off x="0" y="0"/>
            <a:ext cx="9144000" cy="481500"/>
            <a:chOff x="0" y="4662000"/>
            <a:chExt cx="9144000" cy="481500"/>
          </a:xfrm>
        </p:grpSpPr>
        <p:sp>
          <p:nvSpPr>
            <p:cNvPr id="685" name="Google Shape;685;p80"/>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6" name="Google Shape;686;p80"/>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7" name="Google Shape;687;p80"/>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88" name="Google Shape;688;p80"/>
          <p:cNvSpPr/>
          <p:nvPr/>
        </p:nvSpPr>
        <p:spPr>
          <a:xfrm>
            <a:off x="713225" y="47643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9" name="Google Shape;689;p80"/>
          <p:cNvSpPr txBox="1"/>
          <p:nvPr>
            <p:ph idx="1" type="subTitle"/>
          </p:nvPr>
        </p:nvSpPr>
        <p:spPr>
          <a:xfrm>
            <a:off x="713225" y="1558450"/>
            <a:ext cx="6951900" cy="275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90" name="Shape 690"/>
        <p:cNvGrpSpPr/>
        <p:nvPr/>
      </p:nvGrpSpPr>
      <p:grpSpPr>
        <a:xfrm>
          <a:off x="0" y="0"/>
          <a:ext cx="0" cy="0"/>
          <a:chOff x="0" y="0"/>
          <a:chExt cx="0" cy="0"/>
        </a:xfrm>
      </p:grpSpPr>
      <p:sp>
        <p:nvSpPr>
          <p:cNvPr id="691" name="Google Shape;691;p8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92" name="Google Shape;692;p81"/>
          <p:cNvSpPr txBox="1"/>
          <p:nvPr>
            <p:ph idx="1" type="subTitle"/>
          </p:nvPr>
        </p:nvSpPr>
        <p:spPr>
          <a:xfrm>
            <a:off x="713225"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93" name="Google Shape;693;p81"/>
          <p:cNvSpPr txBox="1"/>
          <p:nvPr>
            <p:ph idx="2" type="subTitle"/>
          </p:nvPr>
        </p:nvSpPr>
        <p:spPr>
          <a:xfrm>
            <a:off x="3231361"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94" name="Google Shape;694;p81"/>
          <p:cNvSpPr txBox="1"/>
          <p:nvPr>
            <p:ph idx="3" type="subTitle"/>
          </p:nvPr>
        </p:nvSpPr>
        <p:spPr>
          <a:xfrm>
            <a:off x="5749496"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95" name="Google Shape;695;p81"/>
          <p:cNvSpPr txBox="1"/>
          <p:nvPr>
            <p:ph idx="4" type="subTitle"/>
          </p:nvPr>
        </p:nvSpPr>
        <p:spPr>
          <a:xfrm>
            <a:off x="713225"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6" name="Google Shape;696;p81"/>
          <p:cNvSpPr txBox="1"/>
          <p:nvPr>
            <p:ph idx="5" type="subTitle"/>
          </p:nvPr>
        </p:nvSpPr>
        <p:spPr>
          <a:xfrm>
            <a:off x="3231357"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7" name="Google Shape;697;p81"/>
          <p:cNvSpPr txBox="1"/>
          <p:nvPr>
            <p:ph idx="6" type="subTitle"/>
          </p:nvPr>
        </p:nvSpPr>
        <p:spPr>
          <a:xfrm>
            <a:off x="5749488"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698" name="Google Shape;698;p81"/>
          <p:cNvGrpSpPr/>
          <p:nvPr/>
        </p:nvGrpSpPr>
        <p:grpSpPr>
          <a:xfrm>
            <a:off x="8795925" y="2411700"/>
            <a:ext cx="364500" cy="2731800"/>
            <a:chOff x="8795925" y="2411700"/>
            <a:chExt cx="364500" cy="2731800"/>
          </a:xfrm>
        </p:grpSpPr>
        <p:sp>
          <p:nvSpPr>
            <p:cNvPr id="699" name="Google Shape;699;p81"/>
            <p:cNvSpPr/>
            <p:nvPr/>
          </p:nvSpPr>
          <p:spPr>
            <a:xfrm flipH="1" rot="10800000">
              <a:off x="8795925"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0" name="Google Shape;700;p81"/>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1" name="Google Shape;701;p81"/>
            <p:cNvSpPr/>
            <p:nvPr/>
          </p:nvSpPr>
          <p:spPr>
            <a:xfrm flipH="1" rot="10800000">
              <a:off x="8795925" y="25722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2" name="Google Shape;702;p81"/>
            <p:cNvSpPr/>
            <p:nvPr/>
          </p:nvSpPr>
          <p:spPr>
            <a:xfrm>
              <a:off x="8795925" y="2411700"/>
              <a:ext cx="3645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03" name="Google Shape;703;p8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04" name="Shape 704"/>
        <p:cNvGrpSpPr/>
        <p:nvPr/>
      </p:nvGrpSpPr>
      <p:grpSpPr>
        <a:xfrm>
          <a:off x="0" y="0"/>
          <a:ext cx="0" cy="0"/>
          <a:chOff x="0" y="0"/>
          <a:chExt cx="0" cy="0"/>
        </a:xfrm>
      </p:grpSpPr>
      <p:sp>
        <p:nvSpPr>
          <p:cNvPr id="705" name="Google Shape;705;p8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6" name="Google Shape;706;p82"/>
          <p:cNvSpPr txBox="1"/>
          <p:nvPr>
            <p:ph idx="1" type="subTitle"/>
          </p:nvPr>
        </p:nvSpPr>
        <p:spPr>
          <a:xfrm>
            <a:off x="7132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07" name="Google Shape;707;p82"/>
          <p:cNvSpPr txBox="1"/>
          <p:nvPr>
            <p:ph idx="2" type="subTitle"/>
          </p:nvPr>
        </p:nvSpPr>
        <p:spPr>
          <a:xfrm>
            <a:off x="46988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08" name="Google Shape;708;p82"/>
          <p:cNvSpPr txBox="1"/>
          <p:nvPr>
            <p:ph idx="3" type="subTitle"/>
          </p:nvPr>
        </p:nvSpPr>
        <p:spPr>
          <a:xfrm>
            <a:off x="7132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09" name="Google Shape;709;p82"/>
          <p:cNvSpPr txBox="1"/>
          <p:nvPr>
            <p:ph idx="4" type="subTitle"/>
          </p:nvPr>
        </p:nvSpPr>
        <p:spPr>
          <a:xfrm>
            <a:off x="46988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10" name="Google Shape;710;p82"/>
          <p:cNvSpPr txBox="1"/>
          <p:nvPr>
            <p:ph idx="5" type="subTitle"/>
          </p:nvPr>
        </p:nvSpPr>
        <p:spPr>
          <a:xfrm>
            <a:off x="7132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1" name="Google Shape;711;p82"/>
          <p:cNvSpPr txBox="1"/>
          <p:nvPr>
            <p:ph idx="6" type="subTitle"/>
          </p:nvPr>
        </p:nvSpPr>
        <p:spPr>
          <a:xfrm>
            <a:off x="7132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2" name="Google Shape;712;p82"/>
          <p:cNvSpPr txBox="1"/>
          <p:nvPr>
            <p:ph idx="7" type="subTitle"/>
          </p:nvPr>
        </p:nvSpPr>
        <p:spPr>
          <a:xfrm>
            <a:off x="46988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3" name="Google Shape;713;p82"/>
          <p:cNvSpPr txBox="1"/>
          <p:nvPr>
            <p:ph idx="8" type="subTitle"/>
          </p:nvPr>
        </p:nvSpPr>
        <p:spPr>
          <a:xfrm>
            <a:off x="46988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14" name="Google Shape;714;p82"/>
          <p:cNvGrpSpPr/>
          <p:nvPr/>
        </p:nvGrpSpPr>
        <p:grpSpPr>
          <a:xfrm>
            <a:off x="0" y="3429300"/>
            <a:ext cx="9160425" cy="1714200"/>
            <a:chOff x="0" y="3429300"/>
            <a:chExt cx="9160425" cy="1714200"/>
          </a:xfrm>
        </p:grpSpPr>
        <p:grpSp>
          <p:nvGrpSpPr>
            <p:cNvPr id="715" name="Google Shape;715;p82"/>
            <p:cNvGrpSpPr/>
            <p:nvPr/>
          </p:nvGrpSpPr>
          <p:grpSpPr>
            <a:xfrm>
              <a:off x="8795925" y="3429300"/>
              <a:ext cx="364500" cy="1714200"/>
              <a:chOff x="8795925" y="3429300"/>
              <a:chExt cx="364500" cy="1714200"/>
            </a:xfrm>
          </p:grpSpPr>
          <p:sp>
            <p:nvSpPr>
              <p:cNvPr id="716" name="Google Shape;716;p82"/>
              <p:cNvSpPr/>
              <p:nvPr/>
            </p:nvSpPr>
            <p:spPr>
              <a:xfrm flipH="1" rot="10800000">
                <a:off x="8795925" y="42864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7" name="Google Shape;717;p82"/>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18" name="Google Shape;718;p82"/>
            <p:cNvGrpSpPr/>
            <p:nvPr/>
          </p:nvGrpSpPr>
          <p:grpSpPr>
            <a:xfrm>
              <a:off x="0" y="3429300"/>
              <a:ext cx="364500" cy="1714200"/>
              <a:chOff x="0" y="3429300"/>
              <a:chExt cx="364500" cy="1714200"/>
            </a:xfrm>
          </p:grpSpPr>
          <p:sp>
            <p:nvSpPr>
              <p:cNvPr id="719" name="Google Shape;719;p82"/>
              <p:cNvSpPr/>
              <p:nvPr/>
            </p:nvSpPr>
            <p:spPr>
              <a:xfrm flipH="1" rot="10800000">
                <a:off x="0"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0" name="Google Shape;720;p82"/>
              <p:cNvSpPr/>
              <p:nvPr/>
            </p:nvSpPr>
            <p:spPr>
              <a:xfrm flipH="1" rot="10800000">
                <a:off x="0"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721" name="Google Shape;721;p82"/>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22" name="Shape 722"/>
        <p:cNvGrpSpPr/>
        <p:nvPr/>
      </p:nvGrpSpPr>
      <p:grpSpPr>
        <a:xfrm>
          <a:off x="0" y="0"/>
          <a:ext cx="0" cy="0"/>
          <a:chOff x="0" y="0"/>
          <a:chExt cx="0" cy="0"/>
        </a:xfrm>
      </p:grpSpPr>
      <p:sp>
        <p:nvSpPr>
          <p:cNvPr id="723" name="Google Shape;723;p8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24" name="Google Shape;724;p83"/>
          <p:cNvSpPr txBox="1"/>
          <p:nvPr>
            <p:ph idx="1" type="subTitle"/>
          </p:nvPr>
        </p:nvSpPr>
        <p:spPr>
          <a:xfrm>
            <a:off x="7131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5" name="Google Shape;725;p83"/>
          <p:cNvSpPr txBox="1"/>
          <p:nvPr>
            <p:ph idx="2" type="subTitle"/>
          </p:nvPr>
        </p:nvSpPr>
        <p:spPr>
          <a:xfrm>
            <a:off x="345525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6" name="Google Shape;726;p83"/>
          <p:cNvSpPr txBox="1"/>
          <p:nvPr>
            <p:ph idx="3" type="subTitle"/>
          </p:nvPr>
        </p:nvSpPr>
        <p:spPr>
          <a:xfrm>
            <a:off x="7131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7" name="Google Shape;727;p83"/>
          <p:cNvSpPr txBox="1"/>
          <p:nvPr>
            <p:ph idx="4" type="subTitle"/>
          </p:nvPr>
        </p:nvSpPr>
        <p:spPr>
          <a:xfrm>
            <a:off x="345525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8" name="Google Shape;728;p83"/>
          <p:cNvSpPr txBox="1"/>
          <p:nvPr>
            <p:ph idx="5" type="subTitle"/>
          </p:nvPr>
        </p:nvSpPr>
        <p:spPr>
          <a:xfrm>
            <a:off x="61974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9" name="Google Shape;729;p83"/>
          <p:cNvSpPr txBox="1"/>
          <p:nvPr>
            <p:ph idx="6" type="subTitle"/>
          </p:nvPr>
        </p:nvSpPr>
        <p:spPr>
          <a:xfrm>
            <a:off x="61974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30" name="Google Shape;730;p83"/>
          <p:cNvSpPr txBox="1"/>
          <p:nvPr>
            <p:ph idx="7" type="subTitle"/>
          </p:nvPr>
        </p:nvSpPr>
        <p:spPr>
          <a:xfrm>
            <a:off x="713100" y="1307112"/>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1" name="Google Shape;731;p83"/>
          <p:cNvSpPr txBox="1"/>
          <p:nvPr>
            <p:ph idx="8" type="subTitle"/>
          </p:nvPr>
        </p:nvSpPr>
        <p:spPr>
          <a:xfrm>
            <a:off x="345765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2" name="Google Shape;732;p83"/>
          <p:cNvSpPr txBox="1"/>
          <p:nvPr>
            <p:ph idx="9" type="subTitle"/>
          </p:nvPr>
        </p:nvSpPr>
        <p:spPr>
          <a:xfrm>
            <a:off x="619980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3" name="Google Shape;733;p83"/>
          <p:cNvSpPr txBox="1"/>
          <p:nvPr>
            <p:ph idx="13" type="subTitle"/>
          </p:nvPr>
        </p:nvSpPr>
        <p:spPr>
          <a:xfrm>
            <a:off x="713100" y="3034188"/>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4" name="Google Shape;734;p83"/>
          <p:cNvSpPr txBox="1"/>
          <p:nvPr>
            <p:ph idx="14" type="subTitle"/>
          </p:nvPr>
        </p:nvSpPr>
        <p:spPr>
          <a:xfrm>
            <a:off x="345765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5" name="Google Shape;735;p83"/>
          <p:cNvSpPr txBox="1"/>
          <p:nvPr>
            <p:ph idx="15" type="subTitle"/>
          </p:nvPr>
        </p:nvSpPr>
        <p:spPr>
          <a:xfrm>
            <a:off x="619980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36" name="Google Shape;736;p83"/>
          <p:cNvGrpSpPr/>
          <p:nvPr/>
        </p:nvGrpSpPr>
        <p:grpSpPr>
          <a:xfrm>
            <a:off x="0" y="4661988"/>
            <a:ext cx="9144000" cy="481513"/>
            <a:chOff x="0" y="4661988"/>
            <a:chExt cx="9144000" cy="481513"/>
          </a:xfrm>
        </p:grpSpPr>
        <p:sp>
          <p:nvSpPr>
            <p:cNvPr id="737" name="Google Shape;737;p83"/>
            <p:cNvSpPr/>
            <p:nvPr/>
          </p:nvSpPr>
          <p:spPr>
            <a:xfrm>
              <a:off x="0" y="4983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8" name="Google Shape;738;p83"/>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9" name="Google Shape;739;p83"/>
            <p:cNvSpPr/>
            <p:nvPr/>
          </p:nvSpPr>
          <p:spPr>
            <a:xfrm>
              <a:off x="0" y="4661988"/>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40" name="Google Shape;740;p83"/>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41" name="Shape 741"/>
        <p:cNvGrpSpPr/>
        <p:nvPr/>
      </p:nvGrpSpPr>
      <p:grpSpPr>
        <a:xfrm>
          <a:off x="0" y="0"/>
          <a:ext cx="0" cy="0"/>
          <a:chOff x="0" y="0"/>
          <a:chExt cx="0" cy="0"/>
        </a:xfrm>
      </p:grpSpPr>
      <p:sp>
        <p:nvSpPr>
          <p:cNvPr id="742" name="Google Shape;742;p84"/>
          <p:cNvSpPr txBox="1"/>
          <p:nvPr>
            <p:ph hasCustomPrompt="1" type="title"/>
          </p:nvPr>
        </p:nvSpPr>
        <p:spPr>
          <a:xfrm>
            <a:off x="3287850" y="2064188"/>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43" name="Google Shape;743;p84"/>
          <p:cNvSpPr txBox="1"/>
          <p:nvPr>
            <p:ph idx="1" type="subTitle"/>
          </p:nvPr>
        </p:nvSpPr>
        <p:spPr>
          <a:xfrm>
            <a:off x="3287850" y="2746902"/>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44" name="Google Shape;744;p84"/>
          <p:cNvSpPr txBox="1"/>
          <p:nvPr>
            <p:ph hasCustomPrompt="1" idx="2" type="title"/>
          </p:nvPr>
        </p:nvSpPr>
        <p:spPr>
          <a:xfrm>
            <a:off x="3287850" y="915175"/>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45" name="Google Shape;745;p84"/>
          <p:cNvSpPr txBox="1"/>
          <p:nvPr>
            <p:ph idx="3" type="subTitle"/>
          </p:nvPr>
        </p:nvSpPr>
        <p:spPr>
          <a:xfrm>
            <a:off x="3287850" y="1597879"/>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46" name="Google Shape;746;p84"/>
          <p:cNvSpPr txBox="1"/>
          <p:nvPr>
            <p:ph hasCustomPrompt="1" idx="4" type="title"/>
          </p:nvPr>
        </p:nvSpPr>
        <p:spPr>
          <a:xfrm>
            <a:off x="3287850" y="3213200"/>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47" name="Google Shape;747;p84"/>
          <p:cNvSpPr txBox="1"/>
          <p:nvPr>
            <p:ph idx="5" type="subTitle"/>
          </p:nvPr>
        </p:nvSpPr>
        <p:spPr>
          <a:xfrm>
            <a:off x="3287850" y="3895925"/>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748" name="Google Shape;748;p84"/>
          <p:cNvGrpSpPr/>
          <p:nvPr/>
        </p:nvGrpSpPr>
        <p:grpSpPr>
          <a:xfrm>
            <a:off x="3847050" y="378431"/>
            <a:ext cx="1449900" cy="4386056"/>
            <a:chOff x="3847050" y="378431"/>
            <a:chExt cx="1449900" cy="4386056"/>
          </a:xfrm>
        </p:grpSpPr>
        <p:sp>
          <p:nvSpPr>
            <p:cNvPr id="749" name="Google Shape;749;p84"/>
            <p:cNvSpPr/>
            <p:nvPr/>
          </p:nvSpPr>
          <p:spPr>
            <a:xfrm>
              <a:off x="3847050" y="378431"/>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50" name="Google Shape;750;p84"/>
            <p:cNvSpPr/>
            <p:nvPr/>
          </p:nvSpPr>
          <p:spPr>
            <a:xfrm>
              <a:off x="3847050" y="46039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51" name="Shape 751"/>
        <p:cNvGrpSpPr/>
        <p:nvPr/>
      </p:nvGrpSpPr>
      <p:grpSpPr>
        <a:xfrm>
          <a:off x="0" y="0"/>
          <a:ext cx="0" cy="0"/>
          <a:chOff x="0" y="0"/>
          <a:chExt cx="0" cy="0"/>
        </a:xfrm>
      </p:grpSpPr>
      <p:sp>
        <p:nvSpPr>
          <p:cNvPr id="752" name="Google Shape;752;p8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53" name="Google Shape;753;p85"/>
          <p:cNvGrpSpPr/>
          <p:nvPr/>
        </p:nvGrpSpPr>
        <p:grpSpPr>
          <a:xfrm>
            <a:off x="0" y="275063"/>
            <a:ext cx="9144000" cy="4868438"/>
            <a:chOff x="0" y="275063"/>
            <a:chExt cx="9144000" cy="4868438"/>
          </a:xfrm>
        </p:grpSpPr>
        <p:sp>
          <p:nvSpPr>
            <p:cNvPr id="754" name="Google Shape;754;p85"/>
            <p:cNvSpPr/>
            <p:nvPr/>
          </p:nvSpPr>
          <p:spPr>
            <a:xfrm>
              <a:off x="713225" y="275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55" name="Google Shape;755;p85"/>
            <p:cNvGrpSpPr/>
            <p:nvPr/>
          </p:nvGrpSpPr>
          <p:grpSpPr>
            <a:xfrm>
              <a:off x="0" y="4822500"/>
              <a:ext cx="9144000" cy="321000"/>
              <a:chOff x="0" y="4822500"/>
              <a:chExt cx="9144000" cy="321000"/>
            </a:xfrm>
          </p:grpSpPr>
          <p:sp>
            <p:nvSpPr>
              <p:cNvPr id="756" name="Google Shape;756;p85"/>
              <p:cNvSpPr/>
              <p:nvPr/>
            </p:nvSpPr>
            <p:spPr>
              <a:xfrm>
                <a:off x="0" y="49830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57" name="Google Shape;757;p85"/>
              <p:cNvSpPr/>
              <p:nvPr/>
            </p:nvSpPr>
            <p:spPr>
              <a:xfrm>
                <a:off x="0" y="48225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758" name="Google Shape;758;p85"/>
          <p:cNvGrpSpPr/>
          <p:nvPr/>
        </p:nvGrpSpPr>
        <p:grpSpPr>
          <a:xfrm>
            <a:off x="8430775" y="0"/>
            <a:ext cx="713318" cy="857100"/>
            <a:chOff x="8430775" y="0"/>
            <a:chExt cx="713318" cy="857100"/>
          </a:xfrm>
        </p:grpSpPr>
        <p:sp>
          <p:nvSpPr>
            <p:cNvPr id="759" name="Google Shape;759;p85"/>
            <p:cNvSpPr/>
            <p:nvPr/>
          </p:nvSpPr>
          <p:spPr>
            <a:xfrm flipH="1" rot="10800000">
              <a:off x="8787393" y="0"/>
              <a:ext cx="356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60" name="Google Shape;760;p85"/>
            <p:cNvSpPr/>
            <p:nvPr/>
          </p:nvSpPr>
          <p:spPr>
            <a:xfrm flipH="1" rot="10800000">
              <a:off x="8430775" y="0"/>
              <a:ext cx="356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761" name="Shape 761"/>
        <p:cNvGrpSpPr/>
        <p:nvPr/>
      </p:nvGrpSpPr>
      <p:grpSpPr>
        <a:xfrm>
          <a:off x="0" y="0"/>
          <a:ext cx="0" cy="0"/>
          <a:chOff x="0" y="0"/>
          <a:chExt cx="0" cy="0"/>
        </a:xfrm>
      </p:grpSpPr>
      <p:sp>
        <p:nvSpPr>
          <p:cNvPr id="762" name="Google Shape;762;p8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63" name="Google Shape;763;p86"/>
          <p:cNvGrpSpPr/>
          <p:nvPr/>
        </p:nvGrpSpPr>
        <p:grpSpPr>
          <a:xfrm>
            <a:off x="-100" y="3429300"/>
            <a:ext cx="1433325" cy="1714200"/>
            <a:chOff x="-100" y="3429300"/>
            <a:chExt cx="1433325" cy="1714200"/>
          </a:xfrm>
        </p:grpSpPr>
        <p:sp>
          <p:nvSpPr>
            <p:cNvPr id="764" name="Google Shape;764;p86"/>
            <p:cNvSpPr/>
            <p:nvPr/>
          </p:nvSpPr>
          <p:spPr>
            <a:xfrm>
              <a:off x="72012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65" name="Google Shape;765;p86"/>
            <p:cNvSpPr/>
            <p:nvPr/>
          </p:nvSpPr>
          <p:spPr>
            <a:xfrm>
              <a:off x="-10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66" name="Google Shape;766;p86"/>
            <p:cNvSpPr/>
            <p:nvPr/>
          </p:nvSpPr>
          <p:spPr>
            <a:xfrm>
              <a:off x="-100" y="34293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67" name="Google Shape;767;p86"/>
          <p:cNvSpPr/>
          <p:nvPr/>
        </p:nvSpPr>
        <p:spPr>
          <a:xfrm>
            <a:off x="713000"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768" name="Shape 768"/>
        <p:cNvGrpSpPr/>
        <p:nvPr/>
      </p:nvGrpSpPr>
      <p:grpSpPr>
        <a:xfrm>
          <a:off x="0" y="0"/>
          <a:ext cx="0" cy="0"/>
          <a:chOff x="0" y="0"/>
          <a:chExt cx="0" cy="0"/>
        </a:xfrm>
      </p:grpSpPr>
      <p:sp>
        <p:nvSpPr>
          <p:cNvPr id="769" name="Google Shape;769;p8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70" name="Google Shape;770;p87"/>
          <p:cNvGrpSpPr/>
          <p:nvPr/>
        </p:nvGrpSpPr>
        <p:grpSpPr>
          <a:xfrm>
            <a:off x="0" y="0"/>
            <a:ext cx="9144000" cy="5160150"/>
            <a:chOff x="0" y="0"/>
            <a:chExt cx="9144000" cy="5160150"/>
          </a:xfrm>
        </p:grpSpPr>
        <p:grpSp>
          <p:nvGrpSpPr>
            <p:cNvPr id="771" name="Google Shape;771;p87"/>
            <p:cNvGrpSpPr/>
            <p:nvPr/>
          </p:nvGrpSpPr>
          <p:grpSpPr>
            <a:xfrm>
              <a:off x="0" y="3445950"/>
              <a:ext cx="568500" cy="1714200"/>
              <a:chOff x="0" y="3445950"/>
              <a:chExt cx="568500" cy="1714200"/>
            </a:xfrm>
          </p:grpSpPr>
          <p:sp>
            <p:nvSpPr>
              <p:cNvPr id="772" name="Google Shape;772;p87"/>
              <p:cNvSpPr/>
              <p:nvPr/>
            </p:nvSpPr>
            <p:spPr>
              <a:xfrm flipH="1" rot="10800000">
                <a:off x="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3" name="Google Shape;773;p87"/>
              <p:cNvSpPr/>
              <p:nvPr/>
            </p:nvSpPr>
            <p:spPr>
              <a:xfrm flipH="1" rot="10800000">
                <a:off x="0" y="344595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774" name="Google Shape;774;p87"/>
            <p:cNvGrpSpPr/>
            <p:nvPr/>
          </p:nvGrpSpPr>
          <p:grpSpPr>
            <a:xfrm>
              <a:off x="8575500" y="0"/>
              <a:ext cx="568500" cy="5160150"/>
              <a:chOff x="8575500" y="0"/>
              <a:chExt cx="568500" cy="5160150"/>
            </a:xfrm>
          </p:grpSpPr>
          <p:sp>
            <p:nvSpPr>
              <p:cNvPr id="775" name="Google Shape;775;p87"/>
              <p:cNvSpPr/>
              <p:nvPr/>
            </p:nvSpPr>
            <p:spPr>
              <a:xfrm flipH="1" rot="10800000">
                <a:off x="857550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6" name="Google Shape;776;p87"/>
              <p:cNvSpPr/>
              <p:nvPr/>
            </p:nvSpPr>
            <p:spPr>
              <a:xfrm flipH="1" rot="10800000">
                <a:off x="8575500" y="34459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7" name="Google Shape;777;p87"/>
              <p:cNvSpPr/>
              <p:nvPr/>
            </p:nvSpPr>
            <p:spPr>
              <a:xfrm flipH="1" rot="10800000">
                <a:off x="8575500" y="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778" name="Google Shape;778;p8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779" name="Shape 779"/>
        <p:cNvGrpSpPr/>
        <p:nvPr/>
      </p:nvGrpSpPr>
      <p:grpSpPr>
        <a:xfrm>
          <a:off x="0" y="0"/>
          <a:ext cx="0" cy="0"/>
          <a:chOff x="0" y="0"/>
          <a:chExt cx="0" cy="0"/>
        </a:xfrm>
      </p:grpSpPr>
      <p:sp>
        <p:nvSpPr>
          <p:cNvPr id="780" name="Google Shape;780;p8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81" name="Google Shape;781;p88"/>
          <p:cNvGrpSpPr/>
          <p:nvPr/>
        </p:nvGrpSpPr>
        <p:grpSpPr>
          <a:xfrm>
            <a:off x="0" y="0"/>
            <a:ext cx="9145075" cy="5143500"/>
            <a:chOff x="0" y="0"/>
            <a:chExt cx="9145075" cy="5143500"/>
          </a:xfrm>
        </p:grpSpPr>
        <p:sp>
          <p:nvSpPr>
            <p:cNvPr id="782" name="Google Shape;782;p88"/>
            <p:cNvSpPr/>
            <p:nvPr/>
          </p:nvSpPr>
          <p:spPr>
            <a:xfrm flipH="1" rot="10800000">
              <a:off x="0"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3" name="Google Shape;783;p88"/>
            <p:cNvSpPr/>
            <p:nvPr/>
          </p:nvSpPr>
          <p:spPr>
            <a:xfrm flipH="1" rot="10800000">
              <a:off x="0" y="3429300"/>
              <a:ext cx="714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4" name="Google Shape;784;p88"/>
            <p:cNvSpPr/>
            <p:nvPr/>
          </p:nvSpPr>
          <p:spPr>
            <a:xfrm flipH="1" rot="10800000">
              <a:off x="0" y="257220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5" name="Google Shape;785;p88"/>
            <p:cNvSpPr/>
            <p:nvPr/>
          </p:nvSpPr>
          <p:spPr>
            <a:xfrm flipH="1" rot="10800000">
              <a:off x="8430775" y="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6" name="Google Shape;786;p88"/>
            <p:cNvSpPr/>
            <p:nvPr/>
          </p:nvSpPr>
          <p:spPr>
            <a:xfrm flipH="1" rot="10800000">
              <a:off x="8430775"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87" name="Google Shape;787;p8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788" name="Shape 788"/>
        <p:cNvGrpSpPr/>
        <p:nvPr/>
      </p:nvGrpSpPr>
      <p:grpSpPr>
        <a:xfrm>
          <a:off x="0" y="0"/>
          <a:ext cx="0" cy="0"/>
          <a:chOff x="0" y="0"/>
          <a:chExt cx="0" cy="0"/>
        </a:xfrm>
      </p:grpSpPr>
      <p:sp>
        <p:nvSpPr>
          <p:cNvPr id="789" name="Google Shape;789;p8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90" name="Google Shape;790;p89"/>
          <p:cNvGrpSpPr/>
          <p:nvPr/>
        </p:nvGrpSpPr>
        <p:grpSpPr>
          <a:xfrm>
            <a:off x="0" y="0"/>
            <a:ext cx="9143875" cy="5143500"/>
            <a:chOff x="0" y="0"/>
            <a:chExt cx="9143875" cy="5143500"/>
          </a:xfrm>
        </p:grpSpPr>
        <p:sp>
          <p:nvSpPr>
            <p:cNvPr id="791" name="Google Shape;791;p89"/>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2" name="Google Shape;792;p89"/>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3" name="Google Shape;793;p89"/>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4" name="Google Shape;794;p89"/>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5" name="Google Shape;795;p89"/>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96" name="Google Shape;796;p8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797" name="Shape 797"/>
        <p:cNvGrpSpPr/>
        <p:nvPr/>
      </p:nvGrpSpPr>
      <p:grpSpPr>
        <a:xfrm>
          <a:off x="0" y="0"/>
          <a:ext cx="0" cy="0"/>
          <a:chOff x="0" y="0"/>
          <a:chExt cx="0" cy="0"/>
        </a:xfrm>
      </p:grpSpPr>
      <p:sp>
        <p:nvSpPr>
          <p:cNvPr id="798" name="Google Shape;798;p9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99" name="Google Shape;799;p90"/>
          <p:cNvGrpSpPr/>
          <p:nvPr/>
        </p:nvGrpSpPr>
        <p:grpSpPr>
          <a:xfrm>
            <a:off x="0" y="3275875"/>
            <a:ext cx="9144000" cy="1863925"/>
            <a:chOff x="0" y="3275875"/>
            <a:chExt cx="9144000" cy="1863925"/>
          </a:xfrm>
        </p:grpSpPr>
        <p:sp>
          <p:nvSpPr>
            <p:cNvPr id="800" name="Google Shape;800;p90"/>
            <p:cNvSpPr/>
            <p:nvPr/>
          </p:nvSpPr>
          <p:spPr>
            <a:xfrm flipH="1" rot="10800000">
              <a:off x="0" y="4282700"/>
              <a:ext cx="708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801" name="Google Shape;801;p90"/>
            <p:cNvGrpSpPr/>
            <p:nvPr/>
          </p:nvGrpSpPr>
          <p:grpSpPr>
            <a:xfrm>
              <a:off x="8435700" y="3275875"/>
              <a:ext cx="708300" cy="1863925"/>
              <a:chOff x="8435700" y="3275875"/>
              <a:chExt cx="708300" cy="1863925"/>
            </a:xfrm>
          </p:grpSpPr>
          <p:sp>
            <p:nvSpPr>
              <p:cNvPr id="802" name="Google Shape;802;p90"/>
              <p:cNvSpPr/>
              <p:nvPr/>
            </p:nvSpPr>
            <p:spPr>
              <a:xfrm>
                <a:off x="8435700" y="32758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03" name="Google Shape;803;p90"/>
              <p:cNvSpPr/>
              <p:nvPr/>
            </p:nvSpPr>
            <p:spPr>
              <a:xfrm flipH="1" rot="10800000">
                <a:off x="8435700" y="4282700"/>
                <a:ext cx="708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04" name="Google Shape;804;p90"/>
              <p:cNvSpPr/>
              <p:nvPr/>
            </p:nvSpPr>
            <p:spPr>
              <a:xfrm flipH="1" rot="10800000">
                <a:off x="8435700" y="3436375"/>
                <a:ext cx="708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05" name="Google Shape;805;p90"/>
            <p:cNvSpPr/>
            <p:nvPr/>
          </p:nvSpPr>
          <p:spPr>
            <a:xfrm>
              <a:off x="0" y="41329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06" name="Google Shape;806;p9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807" name="Shape 807"/>
        <p:cNvGrpSpPr/>
        <p:nvPr/>
      </p:nvGrpSpPr>
      <p:grpSpPr>
        <a:xfrm>
          <a:off x="0" y="0"/>
          <a:ext cx="0" cy="0"/>
          <a:chOff x="0" y="0"/>
          <a:chExt cx="0" cy="0"/>
        </a:xfrm>
      </p:grpSpPr>
      <p:sp>
        <p:nvSpPr>
          <p:cNvPr id="808" name="Google Shape;808;p91"/>
          <p:cNvSpPr txBox="1"/>
          <p:nvPr>
            <p:ph type="title"/>
          </p:nvPr>
        </p:nvSpPr>
        <p:spPr>
          <a:xfrm>
            <a:off x="713225" y="737850"/>
            <a:ext cx="4645200" cy="134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09" name="Google Shape;809;p91"/>
          <p:cNvSpPr txBox="1"/>
          <p:nvPr>
            <p:ph idx="1" type="subTitle"/>
          </p:nvPr>
        </p:nvSpPr>
        <p:spPr>
          <a:xfrm>
            <a:off x="713225" y="2141075"/>
            <a:ext cx="46452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810" name="Google Shape;810;p91"/>
          <p:cNvSpPr/>
          <p:nvPr>
            <p:ph idx="2" type="pic"/>
          </p:nvPr>
        </p:nvSpPr>
        <p:spPr>
          <a:xfrm>
            <a:off x="5479825" y="539500"/>
            <a:ext cx="2950800" cy="4064400"/>
          </a:xfrm>
          <a:prstGeom prst="rect">
            <a:avLst/>
          </a:prstGeom>
          <a:noFill/>
          <a:ln>
            <a:noFill/>
          </a:ln>
        </p:spPr>
      </p:sp>
      <p:grpSp>
        <p:nvGrpSpPr>
          <p:cNvPr id="811" name="Google Shape;811;p91"/>
          <p:cNvGrpSpPr/>
          <p:nvPr/>
        </p:nvGrpSpPr>
        <p:grpSpPr>
          <a:xfrm>
            <a:off x="7717675" y="3429300"/>
            <a:ext cx="1426200" cy="1714200"/>
            <a:chOff x="7717675" y="3429300"/>
            <a:chExt cx="1426200" cy="1714200"/>
          </a:xfrm>
        </p:grpSpPr>
        <p:sp>
          <p:nvSpPr>
            <p:cNvPr id="812" name="Google Shape;812;p91"/>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13" name="Google Shape;813;p91"/>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14" name="Google Shape;814;p91"/>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15" name="Google Shape;815;p91"/>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16" name="Shape 816"/>
        <p:cNvGrpSpPr/>
        <p:nvPr/>
      </p:nvGrpSpPr>
      <p:grpSpPr>
        <a:xfrm>
          <a:off x="0" y="0"/>
          <a:ext cx="0" cy="0"/>
          <a:chOff x="0" y="0"/>
          <a:chExt cx="0" cy="0"/>
        </a:xfrm>
      </p:grpSpPr>
      <p:sp>
        <p:nvSpPr>
          <p:cNvPr id="817" name="Google Shape;817;p92"/>
          <p:cNvSpPr txBox="1"/>
          <p:nvPr>
            <p:ph type="title"/>
          </p:nvPr>
        </p:nvSpPr>
        <p:spPr>
          <a:xfrm>
            <a:off x="4253750" y="769400"/>
            <a:ext cx="39558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8" name="Google Shape;818;p92"/>
          <p:cNvSpPr txBox="1"/>
          <p:nvPr>
            <p:ph idx="1" type="subTitle"/>
          </p:nvPr>
        </p:nvSpPr>
        <p:spPr>
          <a:xfrm>
            <a:off x="4253750" y="1859617"/>
            <a:ext cx="3684000" cy="127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19" name="Google Shape;819;p92"/>
          <p:cNvSpPr txBox="1"/>
          <p:nvPr/>
        </p:nvSpPr>
        <p:spPr>
          <a:xfrm>
            <a:off x="4253760" y="3320333"/>
            <a:ext cx="3684000" cy="76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b="1" lang="en" sz="1200" u="sng">
                <a:solidFill>
                  <a:schemeClr val="hlink"/>
                </a:solid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infographics &amp; images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20" name="Shape 820"/>
        <p:cNvGrpSpPr/>
        <p:nvPr/>
      </p:nvGrpSpPr>
      <p:grpSpPr>
        <a:xfrm>
          <a:off x="0" y="0"/>
          <a:ext cx="0" cy="0"/>
          <a:chOff x="0" y="0"/>
          <a:chExt cx="0" cy="0"/>
        </a:xfrm>
      </p:grpSpPr>
      <p:grpSp>
        <p:nvGrpSpPr>
          <p:cNvPr id="821" name="Google Shape;821;p93"/>
          <p:cNvGrpSpPr/>
          <p:nvPr/>
        </p:nvGrpSpPr>
        <p:grpSpPr>
          <a:xfrm>
            <a:off x="335" y="2150"/>
            <a:ext cx="713300" cy="5139225"/>
            <a:chOff x="7468800" y="0"/>
            <a:chExt cx="1675200" cy="5139225"/>
          </a:xfrm>
        </p:grpSpPr>
        <p:sp>
          <p:nvSpPr>
            <p:cNvPr id="822" name="Google Shape;822;p93"/>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3" name="Google Shape;823;p93"/>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4" name="Google Shape;824;p93"/>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5" name="Google Shape;825;p93"/>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6" name="Google Shape;826;p93"/>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7" name="Google Shape;827;p93"/>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8" name="Google Shape;828;p93"/>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29" name="Shape 829"/>
        <p:cNvGrpSpPr/>
        <p:nvPr/>
      </p:nvGrpSpPr>
      <p:grpSpPr>
        <a:xfrm>
          <a:off x="0" y="0"/>
          <a:ext cx="0" cy="0"/>
          <a:chOff x="0" y="0"/>
          <a:chExt cx="0" cy="0"/>
        </a:xfrm>
      </p:grpSpPr>
      <p:grpSp>
        <p:nvGrpSpPr>
          <p:cNvPr id="830" name="Google Shape;830;p94"/>
          <p:cNvGrpSpPr/>
          <p:nvPr/>
        </p:nvGrpSpPr>
        <p:grpSpPr>
          <a:xfrm>
            <a:off x="0" y="0"/>
            <a:ext cx="9143875" cy="5143500"/>
            <a:chOff x="0" y="0"/>
            <a:chExt cx="9143875" cy="5143500"/>
          </a:xfrm>
        </p:grpSpPr>
        <p:sp>
          <p:nvSpPr>
            <p:cNvPr id="831" name="Google Shape;831;p94"/>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32" name="Google Shape;832;p94"/>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33" name="Google Shape;833;p94"/>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34" name="Google Shape;834;p94"/>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35" name="Google Shape;835;p94"/>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36" name="Google Shape;836;p9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35b2b2d34_7_0)">
  <p:cSld name="Generated (g3f35b2b2d34_7_0)">
    <p:spTree>
      <p:nvGrpSpPr>
        <p:cNvPr id="837" name="Shape 837"/>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1" name="Shape 841"/>
        <p:cNvGrpSpPr/>
        <p:nvPr/>
      </p:nvGrpSpPr>
      <p:grpSpPr>
        <a:xfrm>
          <a:off x="0" y="0"/>
          <a:ext cx="0" cy="0"/>
          <a:chOff x="0" y="0"/>
          <a:chExt cx="0" cy="0"/>
        </a:xfrm>
      </p:grpSpPr>
      <p:sp>
        <p:nvSpPr>
          <p:cNvPr id="842" name="Google Shape;842;p97"/>
          <p:cNvSpPr txBox="1"/>
          <p:nvPr>
            <p:ph type="ctrTitle"/>
          </p:nvPr>
        </p:nvSpPr>
        <p:spPr>
          <a:xfrm>
            <a:off x="713225" y="897050"/>
            <a:ext cx="6651600" cy="15621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843" name="Google Shape;843;p97"/>
          <p:cNvSpPr txBox="1"/>
          <p:nvPr>
            <p:ph idx="1" type="subTitle"/>
          </p:nvPr>
        </p:nvSpPr>
        <p:spPr>
          <a:xfrm>
            <a:off x="833324" y="3906950"/>
            <a:ext cx="6065400" cy="414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44" name="Shape 844"/>
        <p:cNvGrpSpPr/>
        <p:nvPr/>
      </p:nvGrpSpPr>
      <p:grpSpPr>
        <a:xfrm>
          <a:off x="0" y="0"/>
          <a:ext cx="0" cy="0"/>
          <a:chOff x="0" y="0"/>
          <a:chExt cx="0" cy="0"/>
        </a:xfrm>
      </p:grpSpPr>
      <p:sp>
        <p:nvSpPr>
          <p:cNvPr id="845" name="Google Shape;845;p98"/>
          <p:cNvSpPr txBox="1"/>
          <p:nvPr>
            <p:ph type="title"/>
          </p:nvPr>
        </p:nvSpPr>
        <p:spPr>
          <a:xfrm>
            <a:off x="4858075" y="1948525"/>
            <a:ext cx="3918900" cy="19443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46" name="Google Shape;846;p98"/>
          <p:cNvSpPr txBox="1"/>
          <p:nvPr>
            <p:ph hasCustomPrompt="1" idx="2" type="title"/>
          </p:nvPr>
        </p:nvSpPr>
        <p:spPr>
          <a:xfrm>
            <a:off x="4963434" y="924863"/>
            <a:ext cx="954000" cy="954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47" name="Google Shape;847;p98"/>
          <p:cNvSpPr/>
          <p:nvPr>
            <p:ph idx="3" type="pic"/>
          </p:nvPr>
        </p:nvSpPr>
        <p:spPr>
          <a:xfrm>
            <a:off x="1322338" y="539500"/>
            <a:ext cx="2760600" cy="4064400"/>
          </a:xfrm>
          <a:prstGeom prst="rect">
            <a:avLst/>
          </a:prstGeom>
          <a:noFill/>
          <a:ln>
            <a:noFill/>
          </a:ln>
        </p:spPr>
      </p:sp>
      <p:grpSp>
        <p:nvGrpSpPr>
          <p:cNvPr id="848" name="Google Shape;848;p98"/>
          <p:cNvGrpSpPr/>
          <p:nvPr/>
        </p:nvGrpSpPr>
        <p:grpSpPr>
          <a:xfrm>
            <a:off x="335" y="2150"/>
            <a:ext cx="713300" cy="5139225"/>
            <a:chOff x="7468800" y="0"/>
            <a:chExt cx="1675200" cy="5139225"/>
          </a:xfrm>
        </p:grpSpPr>
        <p:sp>
          <p:nvSpPr>
            <p:cNvPr id="849" name="Google Shape;849;p98"/>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0" name="Google Shape;850;p98"/>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1" name="Google Shape;851;p98"/>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2" name="Google Shape;852;p98"/>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3" name="Google Shape;853;p98"/>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4" name="Google Shape;854;p98"/>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5" name="Google Shape;855;p98"/>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6" name="Shape 856"/>
        <p:cNvGrpSpPr/>
        <p:nvPr/>
      </p:nvGrpSpPr>
      <p:grpSpPr>
        <a:xfrm>
          <a:off x="0" y="0"/>
          <a:ext cx="0" cy="0"/>
          <a:chOff x="0" y="0"/>
          <a:chExt cx="0" cy="0"/>
        </a:xfrm>
      </p:grpSpPr>
      <p:sp>
        <p:nvSpPr>
          <p:cNvPr id="857" name="Google Shape;857;p99"/>
          <p:cNvSpPr txBox="1"/>
          <p:nvPr>
            <p:ph type="title"/>
          </p:nvPr>
        </p:nvSpPr>
        <p:spPr>
          <a:xfrm>
            <a:off x="713225" y="1350150"/>
            <a:ext cx="2776200" cy="1119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8" name="Google Shape;858;p99"/>
          <p:cNvSpPr txBox="1"/>
          <p:nvPr>
            <p:ph idx="1" type="body"/>
          </p:nvPr>
        </p:nvSpPr>
        <p:spPr>
          <a:xfrm>
            <a:off x="713225" y="2469150"/>
            <a:ext cx="2776200" cy="132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9" name="Shape 859"/>
        <p:cNvGrpSpPr/>
        <p:nvPr/>
      </p:nvGrpSpPr>
      <p:grpSpPr>
        <a:xfrm>
          <a:off x="0" y="0"/>
          <a:ext cx="0" cy="0"/>
          <a:chOff x="0" y="0"/>
          <a:chExt cx="0" cy="0"/>
        </a:xfrm>
      </p:grpSpPr>
      <p:sp>
        <p:nvSpPr>
          <p:cNvPr id="860" name="Google Shape;860;p10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1" name="Google Shape;861;p100"/>
          <p:cNvSpPr txBox="1"/>
          <p:nvPr>
            <p:ph idx="1" type="subTitle"/>
          </p:nvPr>
        </p:nvSpPr>
        <p:spPr>
          <a:xfrm>
            <a:off x="1628225" y="3279925"/>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62" name="Google Shape;862;p100"/>
          <p:cNvSpPr txBox="1"/>
          <p:nvPr>
            <p:ph idx="2" type="subTitle"/>
          </p:nvPr>
        </p:nvSpPr>
        <p:spPr>
          <a:xfrm>
            <a:off x="1628225" y="1845299"/>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63" name="Google Shape;863;p100"/>
          <p:cNvSpPr txBox="1"/>
          <p:nvPr>
            <p:ph idx="3" type="subTitle"/>
          </p:nvPr>
        </p:nvSpPr>
        <p:spPr>
          <a:xfrm>
            <a:off x="1628225" y="1588175"/>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64" name="Google Shape;864;p100"/>
          <p:cNvSpPr txBox="1"/>
          <p:nvPr>
            <p:ph idx="4" type="subTitle"/>
          </p:nvPr>
        </p:nvSpPr>
        <p:spPr>
          <a:xfrm>
            <a:off x="1628225" y="3022850"/>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865" name="Google Shape;865;p100"/>
          <p:cNvGrpSpPr/>
          <p:nvPr/>
        </p:nvGrpSpPr>
        <p:grpSpPr>
          <a:xfrm>
            <a:off x="0" y="4661988"/>
            <a:ext cx="9144000" cy="481513"/>
            <a:chOff x="0" y="4661988"/>
            <a:chExt cx="9144000" cy="481513"/>
          </a:xfrm>
        </p:grpSpPr>
        <p:sp>
          <p:nvSpPr>
            <p:cNvPr id="866" name="Google Shape;866;p100"/>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67" name="Google Shape;867;p100"/>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68" name="Google Shape;868;p100"/>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69" name="Google Shape;869;p10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0" name="Shape 870"/>
        <p:cNvGrpSpPr/>
        <p:nvPr/>
      </p:nvGrpSpPr>
      <p:grpSpPr>
        <a:xfrm>
          <a:off x="0" y="0"/>
          <a:ext cx="0" cy="0"/>
          <a:chOff x="0" y="0"/>
          <a:chExt cx="0" cy="0"/>
        </a:xfrm>
      </p:grpSpPr>
      <p:sp>
        <p:nvSpPr>
          <p:cNvPr id="871" name="Google Shape;871;p10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72" name="Google Shape;872;p101"/>
          <p:cNvGrpSpPr/>
          <p:nvPr/>
        </p:nvGrpSpPr>
        <p:grpSpPr>
          <a:xfrm>
            <a:off x="0" y="3429300"/>
            <a:ext cx="9141475" cy="1714200"/>
            <a:chOff x="0" y="3429300"/>
            <a:chExt cx="9141475" cy="1714200"/>
          </a:xfrm>
        </p:grpSpPr>
        <p:sp>
          <p:nvSpPr>
            <p:cNvPr id="873" name="Google Shape;873;p101"/>
            <p:cNvSpPr/>
            <p:nvPr/>
          </p:nvSpPr>
          <p:spPr>
            <a:xfrm flipH="1" rot="10800000">
              <a:off x="0" y="4286400"/>
              <a:ext cx="710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4" name="Google Shape;874;p101"/>
            <p:cNvSpPr/>
            <p:nvPr/>
          </p:nvSpPr>
          <p:spPr>
            <a:xfrm flipH="1" rot="10800000">
              <a:off x="0" y="34293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5" name="Google Shape;875;p101"/>
            <p:cNvSpPr/>
            <p:nvPr/>
          </p:nvSpPr>
          <p:spPr>
            <a:xfrm flipH="1" rot="10800000">
              <a:off x="8430775" y="42864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6" name="Google Shape;876;p101"/>
            <p:cNvSpPr/>
            <p:nvPr/>
          </p:nvSpPr>
          <p:spPr>
            <a:xfrm>
              <a:off x="8430775" y="4125900"/>
              <a:ext cx="710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77" name="Google Shape;877;p10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78" name="Shape 878"/>
        <p:cNvGrpSpPr/>
        <p:nvPr/>
      </p:nvGrpSpPr>
      <p:grpSpPr>
        <a:xfrm>
          <a:off x="0" y="0"/>
          <a:ext cx="0" cy="0"/>
          <a:chOff x="0" y="0"/>
          <a:chExt cx="0" cy="0"/>
        </a:xfrm>
      </p:grpSpPr>
      <p:sp>
        <p:nvSpPr>
          <p:cNvPr id="879" name="Google Shape;879;p102"/>
          <p:cNvSpPr txBox="1"/>
          <p:nvPr>
            <p:ph type="title"/>
          </p:nvPr>
        </p:nvSpPr>
        <p:spPr>
          <a:xfrm>
            <a:off x="713225" y="845825"/>
            <a:ext cx="42948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80" name="Google Shape;880;p102"/>
          <p:cNvSpPr txBox="1"/>
          <p:nvPr>
            <p:ph idx="1" type="subTitle"/>
          </p:nvPr>
        </p:nvSpPr>
        <p:spPr>
          <a:xfrm>
            <a:off x="713225" y="214107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881" name="Google Shape;881;p102"/>
          <p:cNvSpPr/>
          <p:nvPr>
            <p:ph idx="2" type="pic"/>
          </p:nvPr>
        </p:nvSpPr>
        <p:spPr>
          <a:xfrm>
            <a:off x="5479825" y="539500"/>
            <a:ext cx="2950800" cy="4064400"/>
          </a:xfrm>
          <a:prstGeom prst="rect">
            <a:avLst/>
          </a:prstGeom>
          <a:noFill/>
          <a:ln>
            <a:noFill/>
          </a:ln>
        </p:spPr>
      </p:sp>
      <p:grpSp>
        <p:nvGrpSpPr>
          <p:cNvPr id="882" name="Google Shape;882;p102"/>
          <p:cNvGrpSpPr/>
          <p:nvPr/>
        </p:nvGrpSpPr>
        <p:grpSpPr>
          <a:xfrm>
            <a:off x="7717675" y="3429300"/>
            <a:ext cx="1426200" cy="1714200"/>
            <a:chOff x="7717675" y="3429300"/>
            <a:chExt cx="1426200" cy="1714200"/>
          </a:xfrm>
        </p:grpSpPr>
        <p:sp>
          <p:nvSpPr>
            <p:cNvPr id="883" name="Google Shape;883;p102"/>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84" name="Google Shape;884;p102"/>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85" name="Google Shape;885;p102"/>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86" name="Google Shape;886;p102"/>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87" name="Shape 887"/>
        <p:cNvGrpSpPr/>
        <p:nvPr/>
      </p:nvGrpSpPr>
      <p:grpSpPr>
        <a:xfrm>
          <a:off x="0" y="0"/>
          <a:ext cx="0" cy="0"/>
          <a:chOff x="0" y="0"/>
          <a:chExt cx="0" cy="0"/>
        </a:xfrm>
      </p:grpSpPr>
      <p:sp>
        <p:nvSpPr>
          <p:cNvPr id="888" name="Google Shape;888;p103"/>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889" name="Google Shape;889;p103"/>
          <p:cNvGrpSpPr/>
          <p:nvPr/>
        </p:nvGrpSpPr>
        <p:grpSpPr>
          <a:xfrm>
            <a:off x="8424000" y="-4125"/>
            <a:ext cx="720300" cy="5143600"/>
            <a:chOff x="8424000" y="-4125"/>
            <a:chExt cx="720300" cy="5143600"/>
          </a:xfrm>
        </p:grpSpPr>
        <p:grpSp>
          <p:nvGrpSpPr>
            <p:cNvPr id="890" name="Google Shape;890;p103"/>
            <p:cNvGrpSpPr/>
            <p:nvPr/>
          </p:nvGrpSpPr>
          <p:grpSpPr>
            <a:xfrm>
              <a:off x="8584500" y="-4125"/>
              <a:ext cx="559800" cy="5143600"/>
              <a:chOff x="8584500" y="-4125"/>
              <a:chExt cx="559800" cy="5143600"/>
            </a:xfrm>
          </p:grpSpPr>
          <p:sp>
            <p:nvSpPr>
              <p:cNvPr id="891" name="Google Shape;891;p103"/>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2" name="Google Shape;892;p103"/>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3" name="Google Shape;893;p103"/>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94" name="Google Shape;894;p103"/>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95" name="Google Shape;895;p103"/>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6" name="Shape 896"/>
        <p:cNvGrpSpPr/>
        <p:nvPr/>
      </p:nvGrpSpPr>
      <p:grpSpPr>
        <a:xfrm>
          <a:off x="0" y="0"/>
          <a:ext cx="0" cy="0"/>
          <a:chOff x="0" y="0"/>
          <a:chExt cx="0" cy="0"/>
        </a:xfrm>
      </p:grpSpPr>
      <p:sp>
        <p:nvSpPr>
          <p:cNvPr id="897" name="Google Shape;897;p104"/>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98" name="Google Shape;898;p104"/>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899" name="Google Shape;899;p104"/>
          <p:cNvGrpSpPr/>
          <p:nvPr/>
        </p:nvGrpSpPr>
        <p:grpSpPr>
          <a:xfrm>
            <a:off x="7717675" y="3429300"/>
            <a:ext cx="1426200" cy="1714200"/>
            <a:chOff x="7717675" y="3429300"/>
            <a:chExt cx="1426200" cy="1714200"/>
          </a:xfrm>
        </p:grpSpPr>
        <p:sp>
          <p:nvSpPr>
            <p:cNvPr id="900" name="Google Shape;900;p104"/>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1" name="Google Shape;901;p104"/>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2" name="Google Shape;902;p104"/>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03" name="Google Shape;903;p104"/>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4" name="Shape 904"/>
        <p:cNvGrpSpPr/>
        <p:nvPr/>
      </p:nvGrpSpPr>
      <p:grpSpPr>
        <a:xfrm>
          <a:off x="0" y="0"/>
          <a:ext cx="0" cy="0"/>
          <a:chOff x="0" y="0"/>
          <a:chExt cx="0" cy="0"/>
        </a:xfrm>
      </p:grpSpPr>
      <p:sp>
        <p:nvSpPr>
          <p:cNvPr id="905" name="Google Shape;905;p105"/>
          <p:cNvSpPr/>
          <p:nvPr>
            <p:ph idx="2" type="pic"/>
          </p:nvPr>
        </p:nvSpPr>
        <p:spPr>
          <a:xfrm>
            <a:off x="0" y="0"/>
            <a:ext cx="9144000" cy="5143500"/>
          </a:xfrm>
          <a:prstGeom prst="rect">
            <a:avLst/>
          </a:prstGeom>
          <a:noFill/>
          <a:ln>
            <a:noFill/>
          </a:ln>
        </p:spPr>
      </p:sp>
      <p:sp>
        <p:nvSpPr>
          <p:cNvPr id="906" name="Google Shape;906;p105"/>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7" name="Shape 907"/>
        <p:cNvGrpSpPr/>
        <p:nvPr/>
      </p:nvGrpSpPr>
      <p:grpSpPr>
        <a:xfrm>
          <a:off x="0" y="0"/>
          <a:ext cx="0" cy="0"/>
          <a:chOff x="0" y="0"/>
          <a:chExt cx="0" cy="0"/>
        </a:xfrm>
      </p:grpSpPr>
      <p:sp>
        <p:nvSpPr>
          <p:cNvPr id="908" name="Google Shape;908;p106"/>
          <p:cNvSpPr txBox="1"/>
          <p:nvPr>
            <p:ph hasCustomPrompt="1" type="title"/>
          </p:nvPr>
        </p:nvSpPr>
        <p:spPr>
          <a:xfrm>
            <a:off x="2617600" y="2118550"/>
            <a:ext cx="3908700" cy="1017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9" name="Google Shape;909;p106"/>
          <p:cNvSpPr txBox="1"/>
          <p:nvPr>
            <p:ph idx="1" type="subTitle"/>
          </p:nvPr>
        </p:nvSpPr>
        <p:spPr>
          <a:xfrm>
            <a:off x="2817525" y="3212000"/>
            <a:ext cx="3509100" cy="4173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10" name="Shape 910"/>
        <p:cNvGrpSpPr/>
        <p:nvPr/>
      </p:nvGrpSpPr>
      <p:grpSpPr>
        <a:xfrm>
          <a:off x="0" y="0"/>
          <a:ext cx="0" cy="0"/>
          <a:chOff x="0" y="0"/>
          <a:chExt cx="0" cy="0"/>
        </a:xfrm>
      </p:grpSpPr>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11" name="Shape 911"/>
        <p:cNvGrpSpPr/>
        <p:nvPr/>
      </p:nvGrpSpPr>
      <p:grpSpPr>
        <a:xfrm>
          <a:off x="0" y="0"/>
          <a:ext cx="0" cy="0"/>
          <a:chOff x="0" y="0"/>
          <a:chExt cx="0" cy="0"/>
        </a:xfrm>
      </p:grpSpPr>
      <p:sp>
        <p:nvSpPr>
          <p:cNvPr id="912" name="Google Shape;912;p10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13" name="Google Shape;913;p108"/>
          <p:cNvSpPr txBox="1"/>
          <p:nvPr>
            <p:ph hasCustomPrompt="1" idx="2" type="title"/>
          </p:nvPr>
        </p:nvSpPr>
        <p:spPr>
          <a:xfrm>
            <a:off x="720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4" name="Google Shape;914;p108"/>
          <p:cNvSpPr txBox="1"/>
          <p:nvPr>
            <p:ph hasCustomPrompt="1" idx="3" type="title"/>
          </p:nvPr>
        </p:nvSpPr>
        <p:spPr>
          <a:xfrm>
            <a:off x="4572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5" name="Google Shape;915;p108"/>
          <p:cNvSpPr txBox="1"/>
          <p:nvPr>
            <p:ph hasCustomPrompt="1" idx="4" type="title"/>
          </p:nvPr>
        </p:nvSpPr>
        <p:spPr>
          <a:xfrm>
            <a:off x="720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6" name="Google Shape;916;p108"/>
          <p:cNvSpPr txBox="1"/>
          <p:nvPr>
            <p:ph hasCustomPrompt="1" idx="5" type="title"/>
          </p:nvPr>
        </p:nvSpPr>
        <p:spPr>
          <a:xfrm>
            <a:off x="4572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7" name="Google Shape;917;p108"/>
          <p:cNvSpPr txBox="1"/>
          <p:nvPr>
            <p:ph hasCustomPrompt="1" idx="6" type="title"/>
          </p:nvPr>
        </p:nvSpPr>
        <p:spPr>
          <a:xfrm>
            <a:off x="720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8" name="Google Shape;918;p108"/>
          <p:cNvSpPr txBox="1"/>
          <p:nvPr>
            <p:ph hasCustomPrompt="1" idx="7" type="title"/>
          </p:nvPr>
        </p:nvSpPr>
        <p:spPr>
          <a:xfrm>
            <a:off x="4572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9" name="Google Shape;919;p108"/>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0" name="Google Shape;920;p108"/>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1" name="Google Shape;921;p108"/>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2" name="Google Shape;922;p108"/>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3" name="Google Shape;923;p108"/>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4" name="Google Shape;924;p108"/>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925" name="Google Shape;925;p108"/>
          <p:cNvGrpSpPr/>
          <p:nvPr/>
        </p:nvGrpSpPr>
        <p:grpSpPr>
          <a:xfrm>
            <a:off x="8424000" y="-4125"/>
            <a:ext cx="720300" cy="5143600"/>
            <a:chOff x="8424000" y="-4125"/>
            <a:chExt cx="720300" cy="5143600"/>
          </a:xfrm>
        </p:grpSpPr>
        <p:grpSp>
          <p:nvGrpSpPr>
            <p:cNvPr id="926" name="Google Shape;926;p108"/>
            <p:cNvGrpSpPr/>
            <p:nvPr/>
          </p:nvGrpSpPr>
          <p:grpSpPr>
            <a:xfrm>
              <a:off x="8584500" y="-4125"/>
              <a:ext cx="559800" cy="5143600"/>
              <a:chOff x="8584500" y="-4125"/>
              <a:chExt cx="559800" cy="5143600"/>
            </a:xfrm>
          </p:grpSpPr>
          <p:sp>
            <p:nvSpPr>
              <p:cNvPr id="927" name="Google Shape;927;p108"/>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8" name="Google Shape;928;p108"/>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9" name="Google Shape;929;p108"/>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30" name="Google Shape;930;p108"/>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31" name="Google Shape;931;p10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932" name="Shape 932"/>
        <p:cNvGrpSpPr/>
        <p:nvPr/>
      </p:nvGrpSpPr>
      <p:grpSpPr>
        <a:xfrm>
          <a:off x="0" y="0"/>
          <a:ext cx="0" cy="0"/>
          <a:chOff x="0" y="0"/>
          <a:chExt cx="0" cy="0"/>
        </a:xfrm>
      </p:grpSpPr>
      <p:sp>
        <p:nvSpPr>
          <p:cNvPr id="933" name="Google Shape;933;p109"/>
          <p:cNvSpPr txBox="1"/>
          <p:nvPr>
            <p:ph type="title"/>
          </p:nvPr>
        </p:nvSpPr>
        <p:spPr>
          <a:xfrm>
            <a:off x="3718663" y="959100"/>
            <a:ext cx="2872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34" name="Google Shape;934;p109"/>
          <p:cNvSpPr txBox="1"/>
          <p:nvPr>
            <p:ph idx="1" type="subTitle"/>
          </p:nvPr>
        </p:nvSpPr>
        <p:spPr>
          <a:xfrm>
            <a:off x="3718675" y="2167200"/>
            <a:ext cx="4142400" cy="201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935" name="Google Shape;935;p109"/>
          <p:cNvGrpSpPr/>
          <p:nvPr/>
        </p:nvGrpSpPr>
        <p:grpSpPr>
          <a:xfrm>
            <a:off x="0" y="0"/>
            <a:ext cx="9143875" cy="5143500"/>
            <a:chOff x="0" y="0"/>
            <a:chExt cx="9143875" cy="5143500"/>
          </a:xfrm>
        </p:grpSpPr>
        <p:sp>
          <p:nvSpPr>
            <p:cNvPr id="936" name="Google Shape;936;p109"/>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7" name="Google Shape;937;p109"/>
            <p:cNvSpPr/>
            <p:nvPr/>
          </p:nvSpPr>
          <p:spPr>
            <a:xfrm flipH="1" rot="10800000">
              <a:off x="8430775" y="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8" name="Google Shape;938;p109"/>
            <p:cNvSpPr/>
            <p:nvPr/>
          </p:nvSpPr>
          <p:spPr>
            <a:xfrm flipH="1" rot="10800000">
              <a:off x="8430775"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9" name="Google Shape;939;p109"/>
            <p:cNvSpPr/>
            <p:nvPr/>
          </p:nvSpPr>
          <p:spPr>
            <a:xfrm flipH="1" rot="10800000">
              <a:off x="843077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0" name="Google Shape;940;p109"/>
            <p:cNvSpPr/>
            <p:nvPr/>
          </p:nvSpPr>
          <p:spPr>
            <a:xfrm flipH="1" rot="10800000">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1" name="Google Shape;941;p109"/>
            <p:cNvSpPr/>
            <p:nvPr/>
          </p:nvSpPr>
          <p:spPr>
            <a:xfrm flipH="1" rot="10800000">
              <a:off x="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942" name="Shape 942"/>
        <p:cNvGrpSpPr/>
        <p:nvPr/>
      </p:nvGrpSpPr>
      <p:grpSpPr>
        <a:xfrm>
          <a:off x="0" y="0"/>
          <a:ext cx="0" cy="0"/>
          <a:chOff x="0" y="0"/>
          <a:chExt cx="0" cy="0"/>
        </a:xfrm>
      </p:grpSpPr>
      <p:sp>
        <p:nvSpPr>
          <p:cNvPr id="943" name="Google Shape;943;p110"/>
          <p:cNvSpPr txBox="1"/>
          <p:nvPr>
            <p:ph type="title"/>
          </p:nvPr>
        </p:nvSpPr>
        <p:spPr>
          <a:xfrm>
            <a:off x="3997325" y="1045900"/>
            <a:ext cx="4433700" cy="1422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44" name="Google Shape;944;p110"/>
          <p:cNvSpPr txBox="1"/>
          <p:nvPr>
            <p:ph idx="1" type="subTitle"/>
          </p:nvPr>
        </p:nvSpPr>
        <p:spPr>
          <a:xfrm>
            <a:off x="3997325" y="2430553"/>
            <a:ext cx="4433700" cy="142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45" name="Google Shape;945;p110"/>
          <p:cNvSpPr/>
          <p:nvPr>
            <p:ph idx="2" type="pic"/>
          </p:nvPr>
        </p:nvSpPr>
        <p:spPr>
          <a:xfrm>
            <a:off x="713225" y="554676"/>
            <a:ext cx="2801100" cy="4049400"/>
          </a:xfrm>
          <a:prstGeom prst="rect">
            <a:avLst/>
          </a:prstGeom>
          <a:noFill/>
          <a:ln>
            <a:noFill/>
          </a:ln>
        </p:spPr>
      </p:sp>
      <p:grpSp>
        <p:nvGrpSpPr>
          <p:cNvPr id="946" name="Google Shape;946;p110"/>
          <p:cNvGrpSpPr/>
          <p:nvPr/>
        </p:nvGrpSpPr>
        <p:grpSpPr>
          <a:xfrm>
            <a:off x="0" y="0"/>
            <a:ext cx="713100" cy="5143500"/>
            <a:chOff x="0" y="0"/>
            <a:chExt cx="713100" cy="5143500"/>
          </a:xfrm>
        </p:grpSpPr>
        <p:sp>
          <p:nvSpPr>
            <p:cNvPr id="947" name="Google Shape;947;p110"/>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8" name="Google Shape;948;p110"/>
            <p:cNvSpPr/>
            <p:nvPr/>
          </p:nvSpPr>
          <p:spPr>
            <a:xfrm flipH="1" rot="10800000">
              <a:off x="0"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9" name="Google Shape;949;p110"/>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50" name="Google Shape;950;p110"/>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51" name="Google Shape;951;p110"/>
          <p:cNvSpPr/>
          <p:nvPr/>
        </p:nvSpPr>
        <p:spPr>
          <a:xfrm>
            <a:off x="626177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952" name="Shape 952"/>
        <p:cNvGrpSpPr/>
        <p:nvPr/>
      </p:nvGrpSpPr>
      <p:grpSpPr>
        <a:xfrm>
          <a:off x="0" y="0"/>
          <a:ext cx="0" cy="0"/>
          <a:chOff x="0" y="0"/>
          <a:chExt cx="0" cy="0"/>
        </a:xfrm>
      </p:grpSpPr>
      <p:sp>
        <p:nvSpPr>
          <p:cNvPr id="953" name="Google Shape;953;p111"/>
          <p:cNvSpPr txBox="1"/>
          <p:nvPr>
            <p:ph type="title"/>
          </p:nvPr>
        </p:nvSpPr>
        <p:spPr>
          <a:xfrm>
            <a:off x="713225" y="539504"/>
            <a:ext cx="419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54" name="Google Shape;954;p111"/>
          <p:cNvSpPr txBox="1"/>
          <p:nvPr>
            <p:ph idx="1" type="body"/>
          </p:nvPr>
        </p:nvSpPr>
        <p:spPr>
          <a:xfrm>
            <a:off x="713225" y="1237654"/>
            <a:ext cx="4195500" cy="3005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955" name="Google Shape;955;p111"/>
          <p:cNvGrpSpPr/>
          <p:nvPr/>
        </p:nvGrpSpPr>
        <p:grpSpPr>
          <a:xfrm>
            <a:off x="0" y="4662000"/>
            <a:ext cx="9144000" cy="481500"/>
            <a:chOff x="0" y="4662000"/>
            <a:chExt cx="9144000" cy="481500"/>
          </a:xfrm>
        </p:grpSpPr>
        <p:sp>
          <p:nvSpPr>
            <p:cNvPr id="956" name="Google Shape;956;p111"/>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57" name="Google Shape;957;p111"/>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58" name="Google Shape;958;p111"/>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59" name="Google Shape;959;p11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960" name="Shape 960"/>
        <p:cNvGrpSpPr/>
        <p:nvPr/>
      </p:nvGrpSpPr>
      <p:grpSpPr>
        <a:xfrm>
          <a:off x="0" y="0"/>
          <a:ext cx="0" cy="0"/>
          <a:chOff x="0" y="0"/>
          <a:chExt cx="0" cy="0"/>
        </a:xfrm>
      </p:grpSpPr>
      <p:sp>
        <p:nvSpPr>
          <p:cNvPr id="961" name="Google Shape;961;p112"/>
          <p:cNvSpPr txBox="1"/>
          <p:nvPr>
            <p:ph type="title"/>
          </p:nvPr>
        </p:nvSpPr>
        <p:spPr>
          <a:xfrm>
            <a:off x="713225" y="666225"/>
            <a:ext cx="6923100" cy="750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962" name="Google Shape;962;p112"/>
          <p:cNvGrpSpPr/>
          <p:nvPr/>
        </p:nvGrpSpPr>
        <p:grpSpPr>
          <a:xfrm>
            <a:off x="0" y="0"/>
            <a:ext cx="9144000" cy="481500"/>
            <a:chOff x="0" y="4662000"/>
            <a:chExt cx="9144000" cy="481500"/>
          </a:xfrm>
        </p:grpSpPr>
        <p:sp>
          <p:nvSpPr>
            <p:cNvPr id="963" name="Google Shape;963;p112"/>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64" name="Google Shape;964;p112"/>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65" name="Google Shape;965;p112"/>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66" name="Google Shape;966;p112"/>
          <p:cNvSpPr/>
          <p:nvPr/>
        </p:nvSpPr>
        <p:spPr>
          <a:xfrm>
            <a:off x="713225" y="47643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67" name="Google Shape;967;p112"/>
          <p:cNvSpPr txBox="1"/>
          <p:nvPr>
            <p:ph idx="1" type="subTitle"/>
          </p:nvPr>
        </p:nvSpPr>
        <p:spPr>
          <a:xfrm>
            <a:off x="713225" y="1558450"/>
            <a:ext cx="6951900" cy="275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68" name="Shape 968"/>
        <p:cNvGrpSpPr/>
        <p:nvPr/>
      </p:nvGrpSpPr>
      <p:grpSpPr>
        <a:xfrm>
          <a:off x="0" y="0"/>
          <a:ext cx="0" cy="0"/>
          <a:chOff x="0" y="0"/>
          <a:chExt cx="0" cy="0"/>
        </a:xfrm>
      </p:grpSpPr>
      <p:sp>
        <p:nvSpPr>
          <p:cNvPr id="969" name="Google Shape;969;p1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0" name="Google Shape;970;p113"/>
          <p:cNvSpPr txBox="1"/>
          <p:nvPr>
            <p:ph idx="1" type="subTitle"/>
          </p:nvPr>
        </p:nvSpPr>
        <p:spPr>
          <a:xfrm>
            <a:off x="713225"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71" name="Google Shape;971;p113"/>
          <p:cNvSpPr txBox="1"/>
          <p:nvPr>
            <p:ph idx="2" type="subTitle"/>
          </p:nvPr>
        </p:nvSpPr>
        <p:spPr>
          <a:xfrm>
            <a:off x="3231361"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72" name="Google Shape;972;p113"/>
          <p:cNvSpPr txBox="1"/>
          <p:nvPr>
            <p:ph idx="3" type="subTitle"/>
          </p:nvPr>
        </p:nvSpPr>
        <p:spPr>
          <a:xfrm>
            <a:off x="5749496"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73" name="Google Shape;973;p113"/>
          <p:cNvSpPr txBox="1"/>
          <p:nvPr>
            <p:ph idx="4" type="subTitle"/>
          </p:nvPr>
        </p:nvSpPr>
        <p:spPr>
          <a:xfrm>
            <a:off x="713225"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4" name="Google Shape;974;p113"/>
          <p:cNvSpPr txBox="1"/>
          <p:nvPr>
            <p:ph idx="5" type="subTitle"/>
          </p:nvPr>
        </p:nvSpPr>
        <p:spPr>
          <a:xfrm>
            <a:off x="3231357"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75" name="Google Shape;975;p113"/>
          <p:cNvSpPr txBox="1"/>
          <p:nvPr>
            <p:ph idx="6" type="subTitle"/>
          </p:nvPr>
        </p:nvSpPr>
        <p:spPr>
          <a:xfrm>
            <a:off x="5749488"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976" name="Google Shape;976;p113"/>
          <p:cNvGrpSpPr/>
          <p:nvPr/>
        </p:nvGrpSpPr>
        <p:grpSpPr>
          <a:xfrm>
            <a:off x="8795925" y="2411700"/>
            <a:ext cx="364500" cy="2731800"/>
            <a:chOff x="8795925" y="2411700"/>
            <a:chExt cx="364500" cy="2731800"/>
          </a:xfrm>
        </p:grpSpPr>
        <p:sp>
          <p:nvSpPr>
            <p:cNvPr id="977" name="Google Shape;977;p113"/>
            <p:cNvSpPr/>
            <p:nvPr/>
          </p:nvSpPr>
          <p:spPr>
            <a:xfrm flipH="1" rot="10800000">
              <a:off x="8795925"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78" name="Google Shape;978;p113"/>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79" name="Google Shape;979;p113"/>
            <p:cNvSpPr/>
            <p:nvPr/>
          </p:nvSpPr>
          <p:spPr>
            <a:xfrm flipH="1" rot="10800000">
              <a:off x="8795925" y="25722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80" name="Google Shape;980;p113"/>
            <p:cNvSpPr/>
            <p:nvPr/>
          </p:nvSpPr>
          <p:spPr>
            <a:xfrm>
              <a:off x="8795925" y="2411700"/>
              <a:ext cx="3645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81" name="Google Shape;981;p113"/>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82" name="Shape 982"/>
        <p:cNvGrpSpPr/>
        <p:nvPr/>
      </p:nvGrpSpPr>
      <p:grpSpPr>
        <a:xfrm>
          <a:off x="0" y="0"/>
          <a:ext cx="0" cy="0"/>
          <a:chOff x="0" y="0"/>
          <a:chExt cx="0" cy="0"/>
        </a:xfrm>
      </p:grpSpPr>
      <p:sp>
        <p:nvSpPr>
          <p:cNvPr id="983" name="Google Shape;983;p11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4" name="Google Shape;984;p114"/>
          <p:cNvSpPr txBox="1"/>
          <p:nvPr>
            <p:ph idx="1" type="subTitle"/>
          </p:nvPr>
        </p:nvSpPr>
        <p:spPr>
          <a:xfrm>
            <a:off x="7132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5" name="Google Shape;985;p114"/>
          <p:cNvSpPr txBox="1"/>
          <p:nvPr>
            <p:ph idx="2" type="subTitle"/>
          </p:nvPr>
        </p:nvSpPr>
        <p:spPr>
          <a:xfrm>
            <a:off x="46988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6" name="Google Shape;986;p114"/>
          <p:cNvSpPr txBox="1"/>
          <p:nvPr>
            <p:ph idx="3" type="subTitle"/>
          </p:nvPr>
        </p:nvSpPr>
        <p:spPr>
          <a:xfrm>
            <a:off x="7132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7" name="Google Shape;987;p114"/>
          <p:cNvSpPr txBox="1"/>
          <p:nvPr>
            <p:ph idx="4" type="subTitle"/>
          </p:nvPr>
        </p:nvSpPr>
        <p:spPr>
          <a:xfrm>
            <a:off x="46988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8" name="Google Shape;988;p114"/>
          <p:cNvSpPr txBox="1"/>
          <p:nvPr>
            <p:ph idx="5" type="subTitle"/>
          </p:nvPr>
        </p:nvSpPr>
        <p:spPr>
          <a:xfrm>
            <a:off x="7132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89" name="Google Shape;989;p114"/>
          <p:cNvSpPr txBox="1"/>
          <p:nvPr>
            <p:ph idx="6" type="subTitle"/>
          </p:nvPr>
        </p:nvSpPr>
        <p:spPr>
          <a:xfrm>
            <a:off x="7132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90" name="Google Shape;990;p114"/>
          <p:cNvSpPr txBox="1"/>
          <p:nvPr>
            <p:ph idx="7" type="subTitle"/>
          </p:nvPr>
        </p:nvSpPr>
        <p:spPr>
          <a:xfrm>
            <a:off x="46988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91" name="Google Shape;991;p114"/>
          <p:cNvSpPr txBox="1"/>
          <p:nvPr>
            <p:ph idx="8" type="subTitle"/>
          </p:nvPr>
        </p:nvSpPr>
        <p:spPr>
          <a:xfrm>
            <a:off x="46988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992" name="Google Shape;992;p114"/>
          <p:cNvGrpSpPr/>
          <p:nvPr/>
        </p:nvGrpSpPr>
        <p:grpSpPr>
          <a:xfrm>
            <a:off x="0" y="3429300"/>
            <a:ext cx="9160425" cy="1714200"/>
            <a:chOff x="0" y="3429300"/>
            <a:chExt cx="9160425" cy="1714200"/>
          </a:xfrm>
        </p:grpSpPr>
        <p:grpSp>
          <p:nvGrpSpPr>
            <p:cNvPr id="993" name="Google Shape;993;p114"/>
            <p:cNvGrpSpPr/>
            <p:nvPr/>
          </p:nvGrpSpPr>
          <p:grpSpPr>
            <a:xfrm>
              <a:off x="8795925" y="3429300"/>
              <a:ext cx="364500" cy="1714200"/>
              <a:chOff x="8795925" y="3429300"/>
              <a:chExt cx="364500" cy="1714200"/>
            </a:xfrm>
          </p:grpSpPr>
          <p:sp>
            <p:nvSpPr>
              <p:cNvPr id="994" name="Google Shape;994;p114"/>
              <p:cNvSpPr/>
              <p:nvPr/>
            </p:nvSpPr>
            <p:spPr>
              <a:xfrm flipH="1" rot="10800000">
                <a:off x="8795925" y="42864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95" name="Google Shape;995;p114"/>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96" name="Google Shape;996;p114"/>
            <p:cNvGrpSpPr/>
            <p:nvPr/>
          </p:nvGrpSpPr>
          <p:grpSpPr>
            <a:xfrm>
              <a:off x="0" y="3429300"/>
              <a:ext cx="364500" cy="1714200"/>
              <a:chOff x="0" y="3429300"/>
              <a:chExt cx="364500" cy="1714200"/>
            </a:xfrm>
          </p:grpSpPr>
          <p:sp>
            <p:nvSpPr>
              <p:cNvPr id="997" name="Google Shape;997;p114"/>
              <p:cNvSpPr/>
              <p:nvPr/>
            </p:nvSpPr>
            <p:spPr>
              <a:xfrm flipH="1" rot="10800000">
                <a:off x="0"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98" name="Google Shape;998;p114"/>
              <p:cNvSpPr/>
              <p:nvPr/>
            </p:nvSpPr>
            <p:spPr>
              <a:xfrm flipH="1" rot="10800000">
                <a:off x="0"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999" name="Google Shape;999;p11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00" name="Shape 1000"/>
        <p:cNvGrpSpPr/>
        <p:nvPr/>
      </p:nvGrpSpPr>
      <p:grpSpPr>
        <a:xfrm>
          <a:off x="0" y="0"/>
          <a:ext cx="0" cy="0"/>
          <a:chOff x="0" y="0"/>
          <a:chExt cx="0" cy="0"/>
        </a:xfrm>
      </p:grpSpPr>
      <p:sp>
        <p:nvSpPr>
          <p:cNvPr id="1001" name="Google Shape;1001;p11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02" name="Google Shape;1002;p115"/>
          <p:cNvSpPr txBox="1"/>
          <p:nvPr>
            <p:ph idx="1" type="subTitle"/>
          </p:nvPr>
        </p:nvSpPr>
        <p:spPr>
          <a:xfrm>
            <a:off x="7131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3" name="Google Shape;1003;p115"/>
          <p:cNvSpPr txBox="1"/>
          <p:nvPr>
            <p:ph idx="2" type="subTitle"/>
          </p:nvPr>
        </p:nvSpPr>
        <p:spPr>
          <a:xfrm>
            <a:off x="345525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4" name="Google Shape;1004;p115"/>
          <p:cNvSpPr txBox="1"/>
          <p:nvPr>
            <p:ph idx="3" type="subTitle"/>
          </p:nvPr>
        </p:nvSpPr>
        <p:spPr>
          <a:xfrm>
            <a:off x="7131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5" name="Google Shape;1005;p115"/>
          <p:cNvSpPr txBox="1"/>
          <p:nvPr>
            <p:ph idx="4" type="subTitle"/>
          </p:nvPr>
        </p:nvSpPr>
        <p:spPr>
          <a:xfrm>
            <a:off x="345525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6" name="Google Shape;1006;p115"/>
          <p:cNvSpPr txBox="1"/>
          <p:nvPr>
            <p:ph idx="5" type="subTitle"/>
          </p:nvPr>
        </p:nvSpPr>
        <p:spPr>
          <a:xfrm>
            <a:off x="61974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7" name="Google Shape;1007;p115"/>
          <p:cNvSpPr txBox="1"/>
          <p:nvPr>
            <p:ph idx="6" type="subTitle"/>
          </p:nvPr>
        </p:nvSpPr>
        <p:spPr>
          <a:xfrm>
            <a:off x="61974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8" name="Google Shape;1008;p115"/>
          <p:cNvSpPr txBox="1"/>
          <p:nvPr>
            <p:ph idx="7" type="subTitle"/>
          </p:nvPr>
        </p:nvSpPr>
        <p:spPr>
          <a:xfrm>
            <a:off x="713100" y="1307112"/>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09" name="Google Shape;1009;p115"/>
          <p:cNvSpPr txBox="1"/>
          <p:nvPr>
            <p:ph idx="8" type="subTitle"/>
          </p:nvPr>
        </p:nvSpPr>
        <p:spPr>
          <a:xfrm>
            <a:off x="345765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10" name="Google Shape;1010;p115"/>
          <p:cNvSpPr txBox="1"/>
          <p:nvPr>
            <p:ph idx="9" type="subTitle"/>
          </p:nvPr>
        </p:nvSpPr>
        <p:spPr>
          <a:xfrm>
            <a:off x="619980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11" name="Google Shape;1011;p115"/>
          <p:cNvSpPr txBox="1"/>
          <p:nvPr>
            <p:ph idx="13" type="subTitle"/>
          </p:nvPr>
        </p:nvSpPr>
        <p:spPr>
          <a:xfrm>
            <a:off x="713100" y="3034188"/>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12" name="Google Shape;1012;p115"/>
          <p:cNvSpPr txBox="1"/>
          <p:nvPr>
            <p:ph idx="14" type="subTitle"/>
          </p:nvPr>
        </p:nvSpPr>
        <p:spPr>
          <a:xfrm>
            <a:off x="345765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13" name="Google Shape;1013;p115"/>
          <p:cNvSpPr txBox="1"/>
          <p:nvPr>
            <p:ph idx="15" type="subTitle"/>
          </p:nvPr>
        </p:nvSpPr>
        <p:spPr>
          <a:xfrm>
            <a:off x="619980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14" name="Google Shape;1014;p115"/>
          <p:cNvGrpSpPr/>
          <p:nvPr/>
        </p:nvGrpSpPr>
        <p:grpSpPr>
          <a:xfrm>
            <a:off x="0" y="4661988"/>
            <a:ext cx="9144000" cy="481513"/>
            <a:chOff x="0" y="4661988"/>
            <a:chExt cx="9144000" cy="481513"/>
          </a:xfrm>
        </p:grpSpPr>
        <p:sp>
          <p:nvSpPr>
            <p:cNvPr id="1015" name="Google Shape;1015;p115"/>
            <p:cNvSpPr/>
            <p:nvPr/>
          </p:nvSpPr>
          <p:spPr>
            <a:xfrm>
              <a:off x="0" y="4983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16" name="Google Shape;1016;p115"/>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17" name="Google Shape;1017;p115"/>
            <p:cNvSpPr/>
            <p:nvPr/>
          </p:nvSpPr>
          <p:spPr>
            <a:xfrm>
              <a:off x="0" y="4661988"/>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18" name="Google Shape;1018;p11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19" name="Shape 1019"/>
        <p:cNvGrpSpPr/>
        <p:nvPr/>
      </p:nvGrpSpPr>
      <p:grpSpPr>
        <a:xfrm>
          <a:off x="0" y="0"/>
          <a:ext cx="0" cy="0"/>
          <a:chOff x="0" y="0"/>
          <a:chExt cx="0" cy="0"/>
        </a:xfrm>
      </p:grpSpPr>
      <p:sp>
        <p:nvSpPr>
          <p:cNvPr id="1020" name="Google Shape;1020;p116"/>
          <p:cNvSpPr txBox="1"/>
          <p:nvPr>
            <p:ph hasCustomPrompt="1" type="title"/>
          </p:nvPr>
        </p:nvSpPr>
        <p:spPr>
          <a:xfrm>
            <a:off x="3287850" y="2064188"/>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21" name="Google Shape;1021;p116"/>
          <p:cNvSpPr txBox="1"/>
          <p:nvPr>
            <p:ph idx="1" type="subTitle"/>
          </p:nvPr>
        </p:nvSpPr>
        <p:spPr>
          <a:xfrm>
            <a:off x="3287850" y="2746902"/>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022" name="Google Shape;1022;p116"/>
          <p:cNvSpPr txBox="1"/>
          <p:nvPr>
            <p:ph hasCustomPrompt="1" idx="2" type="title"/>
          </p:nvPr>
        </p:nvSpPr>
        <p:spPr>
          <a:xfrm>
            <a:off x="3287850" y="915175"/>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23" name="Google Shape;1023;p116"/>
          <p:cNvSpPr txBox="1"/>
          <p:nvPr>
            <p:ph idx="3" type="subTitle"/>
          </p:nvPr>
        </p:nvSpPr>
        <p:spPr>
          <a:xfrm>
            <a:off x="3287850" y="1597879"/>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024" name="Google Shape;1024;p116"/>
          <p:cNvSpPr txBox="1"/>
          <p:nvPr>
            <p:ph hasCustomPrompt="1" idx="4" type="title"/>
          </p:nvPr>
        </p:nvSpPr>
        <p:spPr>
          <a:xfrm>
            <a:off x="3287850" y="3213200"/>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25" name="Google Shape;1025;p116"/>
          <p:cNvSpPr txBox="1"/>
          <p:nvPr>
            <p:ph idx="5" type="subTitle"/>
          </p:nvPr>
        </p:nvSpPr>
        <p:spPr>
          <a:xfrm>
            <a:off x="3287850" y="3895925"/>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1026" name="Google Shape;1026;p116"/>
          <p:cNvGrpSpPr/>
          <p:nvPr/>
        </p:nvGrpSpPr>
        <p:grpSpPr>
          <a:xfrm>
            <a:off x="3847050" y="378431"/>
            <a:ext cx="1449900" cy="4386056"/>
            <a:chOff x="3847050" y="378431"/>
            <a:chExt cx="1449900" cy="4386056"/>
          </a:xfrm>
        </p:grpSpPr>
        <p:sp>
          <p:nvSpPr>
            <p:cNvPr id="1027" name="Google Shape;1027;p116"/>
            <p:cNvSpPr/>
            <p:nvPr/>
          </p:nvSpPr>
          <p:spPr>
            <a:xfrm>
              <a:off x="3847050" y="378431"/>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28" name="Google Shape;1028;p116"/>
            <p:cNvSpPr/>
            <p:nvPr/>
          </p:nvSpPr>
          <p:spPr>
            <a:xfrm>
              <a:off x="3847050" y="46039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29" name="Shape 1029"/>
        <p:cNvGrpSpPr/>
        <p:nvPr/>
      </p:nvGrpSpPr>
      <p:grpSpPr>
        <a:xfrm>
          <a:off x="0" y="0"/>
          <a:ext cx="0" cy="0"/>
          <a:chOff x="0" y="0"/>
          <a:chExt cx="0" cy="0"/>
        </a:xfrm>
      </p:grpSpPr>
      <p:sp>
        <p:nvSpPr>
          <p:cNvPr id="1030" name="Google Shape;1030;p11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31" name="Google Shape;1031;p117"/>
          <p:cNvGrpSpPr/>
          <p:nvPr/>
        </p:nvGrpSpPr>
        <p:grpSpPr>
          <a:xfrm>
            <a:off x="0" y="275063"/>
            <a:ext cx="9144000" cy="4868438"/>
            <a:chOff x="0" y="275063"/>
            <a:chExt cx="9144000" cy="4868438"/>
          </a:xfrm>
        </p:grpSpPr>
        <p:sp>
          <p:nvSpPr>
            <p:cNvPr id="1032" name="Google Shape;1032;p117"/>
            <p:cNvSpPr/>
            <p:nvPr/>
          </p:nvSpPr>
          <p:spPr>
            <a:xfrm>
              <a:off x="713225" y="275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033" name="Google Shape;1033;p117"/>
            <p:cNvGrpSpPr/>
            <p:nvPr/>
          </p:nvGrpSpPr>
          <p:grpSpPr>
            <a:xfrm>
              <a:off x="0" y="4822500"/>
              <a:ext cx="9144000" cy="321000"/>
              <a:chOff x="0" y="4822500"/>
              <a:chExt cx="9144000" cy="321000"/>
            </a:xfrm>
          </p:grpSpPr>
          <p:sp>
            <p:nvSpPr>
              <p:cNvPr id="1034" name="Google Shape;1034;p117"/>
              <p:cNvSpPr/>
              <p:nvPr/>
            </p:nvSpPr>
            <p:spPr>
              <a:xfrm>
                <a:off x="0" y="49830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35" name="Google Shape;1035;p117"/>
              <p:cNvSpPr/>
              <p:nvPr/>
            </p:nvSpPr>
            <p:spPr>
              <a:xfrm>
                <a:off x="0" y="48225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1036" name="Google Shape;1036;p117"/>
          <p:cNvGrpSpPr/>
          <p:nvPr/>
        </p:nvGrpSpPr>
        <p:grpSpPr>
          <a:xfrm>
            <a:off x="8430775" y="0"/>
            <a:ext cx="713318" cy="857100"/>
            <a:chOff x="8430775" y="0"/>
            <a:chExt cx="713318" cy="857100"/>
          </a:xfrm>
        </p:grpSpPr>
        <p:sp>
          <p:nvSpPr>
            <p:cNvPr id="1037" name="Google Shape;1037;p117"/>
            <p:cNvSpPr/>
            <p:nvPr/>
          </p:nvSpPr>
          <p:spPr>
            <a:xfrm flipH="1" rot="10800000">
              <a:off x="8787393" y="0"/>
              <a:ext cx="356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38" name="Google Shape;1038;p117"/>
            <p:cNvSpPr/>
            <p:nvPr/>
          </p:nvSpPr>
          <p:spPr>
            <a:xfrm flipH="1" rot="10800000">
              <a:off x="8430775" y="0"/>
              <a:ext cx="356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039" name="Shape 1039"/>
        <p:cNvGrpSpPr/>
        <p:nvPr/>
      </p:nvGrpSpPr>
      <p:grpSpPr>
        <a:xfrm>
          <a:off x="0" y="0"/>
          <a:ext cx="0" cy="0"/>
          <a:chOff x="0" y="0"/>
          <a:chExt cx="0" cy="0"/>
        </a:xfrm>
      </p:grpSpPr>
      <p:sp>
        <p:nvSpPr>
          <p:cNvPr id="1040" name="Google Shape;1040;p1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41" name="Google Shape;1041;p118"/>
          <p:cNvGrpSpPr/>
          <p:nvPr/>
        </p:nvGrpSpPr>
        <p:grpSpPr>
          <a:xfrm>
            <a:off x="-100" y="3429300"/>
            <a:ext cx="1433325" cy="1714200"/>
            <a:chOff x="-100" y="3429300"/>
            <a:chExt cx="1433325" cy="1714200"/>
          </a:xfrm>
        </p:grpSpPr>
        <p:sp>
          <p:nvSpPr>
            <p:cNvPr id="1042" name="Google Shape;1042;p118"/>
            <p:cNvSpPr/>
            <p:nvPr/>
          </p:nvSpPr>
          <p:spPr>
            <a:xfrm>
              <a:off x="72012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43" name="Google Shape;1043;p118"/>
            <p:cNvSpPr/>
            <p:nvPr/>
          </p:nvSpPr>
          <p:spPr>
            <a:xfrm>
              <a:off x="-10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44" name="Google Shape;1044;p118"/>
            <p:cNvSpPr/>
            <p:nvPr/>
          </p:nvSpPr>
          <p:spPr>
            <a:xfrm>
              <a:off x="-100" y="34293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45" name="Google Shape;1045;p118"/>
          <p:cNvSpPr/>
          <p:nvPr/>
        </p:nvSpPr>
        <p:spPr>
          <a:xfrm>
            <a:off x="713000"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046" name="Shape 1046"/>
        <p:cNvGrpSpPr/>
        <p:nvPr/>
      </p:nvGrpSpPr>
      <p:grpSpPr>
        <a:xfrm>
          <a:off x="0" y="0"/>
          <a:ext cx="0" cy="0"/>
          <a:chOff x="0" y="0"/>
          <a:chExt cx="0" cy="0"/>
        </a:xfrm>
      </p:grpSpPr>
      <p:sp>
        <p:nvSpPr>
          <p:cNvPr id="1047" name="Google Shape;1047;p11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48" name="Google Shape;1048;p119"/>
          <p:cNvGrpSpPr/>
          <p:nvPr/>
        </p:nvGrpSpPr>
        <p:grpSpPr>
          <a:xfrm>
            <a:off x="0" y="0"/>
            <a:ext cx="9144000" cy="5160150"/>
            <a:chOff x="0" y="0"/>
            <a:chExt cx="9144000" cy="5160150"/>
          </a:xfrm>
        </p:grpSpPr>
        <p:grpSp>
          <p:nvGrpSpPr>
            <p:cNvPr id="1049" name="Google Shape;1049;p119"/>
            <p:cNvGrpSpPr/>
            <p:nvPr/>
          </p:nvGrpSpPr>
          <p:grpSpPr>
            <a:xfrm>
              <a:off x="0" y="3445950"/>
              <a:ext cx="568500" cy="1714200"/>
              <a:chOff x="0" y="3445950"/>
              <a:chExt cx="568500" cy="1714200"/>
            </a:xfrm>
          </p:grpSpPr>
          <p:sp>
            <p:nvSpPr>
              <p:cNvPr id="1050" name="Google Shape;1050;p119"/>
              <p:cNvSpPr/>
              <p:nvPr/>
            </p:nvSpPr>
            <p:spPr>
              <a:xfrm flipH="1" rot="10800000">
                <a:off x="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1" name="Google Shape;1051;p119"/>
              <p:cNvSpPr/>
              <p:nvPr/>
            </p:nvSpPr>
            <p:spPr>
              <a:xfrm flipH="1" rot="10800000">
                <a:off x="0" y="344595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052" name="Google Shape;1052;p119"/>
            <p:cNvGrpSpPr/>
            <p:nvPr/>
          </p:nvGrpSpPr>
          <p:grpSpPr>
            <a:xfrm>
              <a:off x="8575500" y="0"/>
              <a:ext cx="568500" cy="5160150"/>
              <a:chOff x="8575500" y="0"/>
              <a:chExt cx="568500" cy="5160150"/>
            </a:xfrm>
          </p:grpSpPr>
          <p:sp>
            <p:nvSpPr>
              <p:cNvPr id="1053" name="Google Shape;1053;p119"/>
              <p:cNvSpPr/>
              <p:nvPr/>
            </p:nvSpPr>
            <p:spPr>
              <a:xfrm flipH="1" rot="10800000">
                <a:off x="857550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4" name="Google Shape;1054;p119"/>
              <p:cNvSpPr/>
              <p:nvPr/>
            </p:nvSpPr>
            <p:spPr>
              <a:xfrm flipH="1" rot="10800000">
                <a:off x="8575500" y="34459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5" name="Google Shape;1055;p119"/>
              <p:cNvSpPr/>
              <p:nvPr/>
            </p:nvSpPr>
            <p:spPr>
              <a:xfrm flipH="1" rot="10800000">
                <a:off x="8575500" y="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056" name="Google Shape;1056;p11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057" name="Shape 1057"/>
        <p:cNvGrpSpPr/>
        <p:nvPr/>
      </p:nvGrpSpPr>
      <p:grpSpPr>
        <a:xfrm>
          <a:off x="0" y="0"/>
          <a:ext cx="0" cy="0"/>
          <a:chOff x="0" y="0"/>
          <a:chExt cx="0" cy="0"/>
        </a:xfrm>
      </p:grpSpPr>
      <p:sp>
        <p:nvSpPr>
          <p:cNvPr id="1058" name="Google Shape;1058;p1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59" name="Google Shape;1059;p120"/>
          <p:cNvGrpSpPr/>
          <p:nvPr/>
        </p:nvGrpSpPr>
        <p:grpSpPr>
          <a:xfrm>
            <a:off x="0" y="0"/>
            <a:ext cx="9145075" cy="5143500"/>
            <a:chOff x="0" y="0"/>
            <a:chExt cx="9145075" cy="5143500"/>
          </a:xfrm>
        </p:grpSpPr>
        <p:sp>
          <p:nvSpPr>
            <p:cNvPr id="1060" name="Google Shape;1060;p120"/>
            <p:cNvSpPr/>
            <p:nvPr/>
          </p:nvSpPr>
          <p:spPr>
            <a:xfrm flipH="1" rot="10800000">
              <a:off x="0"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1" name="Google Shape;1061;p120"/>
            <p:cNvSpPr/>
            <p:nvPr/>
          </p:nvSpPr>
          <p:spPr>
            <a:xfrm flipH="1" rot="10800000">
              <a:off x="0" y="3429300"/>
              <a:ext cx="714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2" name="Google Shape;1062;p120"/>
            <p:cNvSpPr/>
            <p:nvPr/>
          </p:nvSpPr>
          <p:spPr>
            <a:xfrm flipH="1" rot="10800000">
              <a:off x="0" y="257220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3" name="Google Shape;1063;p120"/>
            <p:cNvSpPr/>
            <p:nvPr/>
          </p:nvSpPr>
          <p:spPr>
            <a:xfrm flipH="1" rot="10800000">
              <a:off x="8430775" y="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4" name="Google Shape;1064;p120"/>
            <p:cNvSpPr/>
            <p:nvPr/>
          </p:nvSpPr>
          <p:spPr>
            <a:xfrm flipH="1" rot="10800000">
              <a:off x="8430775"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65" name="Google Shape;1065;p12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066" name="Shape 1066"/>
        <p:cNvGrpSpPr/>
        <p:nvPr/>
      </p:nvGrpSpPr>
      <p:grpSpPr>
        <a:xfrm>
          <a:off x="0" y="0"/>
          <a:ext cx="0" cy="0"/>
          <a:chOff x="0" y="0"/>
          <a:chExt cx="0" cy="0"/>
        </a:xfrm>
      </p:grpSpPr>
      <p:sp>
        <p:nvSpPr>
          <p:cNvPr id="1067" name="Google Shape;1067;p12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68" name="Google Shape;1068;p121"/>
          <p:cNvGrpSpPr/>
          <p:nvPr/>
        </p:nvGrpSpPr>
        <p:grpSpPr>
          <a:xfrm>
            <a:off x="0" y="0"/>
            <a:ext cx="9143875" cy="5143500"/>
            <a:chOff x="0" y="0"/>
            <a:chExt cx="9143875" cy="5143500"/>
          </a:xfrm>
        </p:grpSpPr>
        <p:sp>
          <p:nvSpPr>
            <p:cNvPr id="1069" name="Google Shape;1069;p121"/>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70" name="Google Shape;1070;p121"/>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71" name="Google Shape;1071;p121"/>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72" name="Google Shape;1072;p121"/>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73" name="Google Shape;1073;p121"/>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74" name="Google Shape;1074;p12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1075" name="Shape 1075"/>
        <p:cNvGrpSpPr/>
        <p:nvPr/>
      </p:nvGrpSpPr>
      <p:grpSpPr>
        <a:xfrm>
          <a:off x="0" y="0"/>
          <a:ext cx="0" cy="0"/>
          <a:chOff x="0" y="0"/>
          <a:chExt cx="0" cy="0"/>
        </a:xfrm>
      </p:grpSpPr>
      <p:sp>
        <p:nvSpPr>
          <p:cNvPr id="1076" name="Google Shape;1076;p1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77" name="Google Shape;1077;p122"/>
          <p:cNvGrpSpPr/>
          <p:nvPr/>
        </p:nvGrpSpPr>
        <p:grpSpPr>
          <a:xfrm>
            <a:off x="0" y="3275875"/>
            <a:ext cx="9144000" cy="1863925"/>
            <a:chOff x="0" y="3275875"/>
            <a:chExt cx="9144000" cy="1863925"/>
          </a:xfrm>
        </p:grpSpPr>
        <p:sp>
          <p:nvSpPr>
            <p:cNvPr id="1078" name="Google Shape;1078;p122"/>
            <p:cNvSpPr/>
            <p:nvPr/>
          </p:nvSpPr>
          <p:spPr>
            <a:xfrm flipH="1" rot="10800000">
              <a:off x="0" y="4282700"/>
              <a:ext cx="708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079" name="Google Shape;1079;p122"/>
            <p:cNvGrpSpPr/>
            <p:nvPr/>
          </p:nvGrpSpPr>
          <p:grpSpPr>
            <a:xfrm>
              <a:off x="8435700" y="3275875"/>
              <a:ext cx="708300" cy="1863925"/>
              <a:chOff x="8435700" y="3275875"/>
              <a:chExt cx="708300" cy="1863925"/>
            </a:xfrm>
          </p:grpSpPr>
          <p:sp>
            <p:nvSpPr>
              <p:cNvPr id="1080" name="Google Shape;1080;p122"/>
              <p:cNvSpPr/>
              <p:nvPr/>
            </p:nvSpPr>
            <p:spPr>
              <a:xfrm>
                <a:off x="8435700" y="32758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81" name="Google Shape;1081;p122"/>
              <p:cNvSpPr/>
              <p:nvPr/>
            </p:nvSpPr>
            <p:spPr>
              <a:xfrm flipH="1" rot="10800000">
                <a:off x="8435700" y="4282700"/>
                <a:ext cx="708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82" name="Google Shape;1082;p122"/>
              <p:cNvSpPr/>
              <p:nvPr/>
            </p:nvSpPr>
            <p:spPr>
              <a:xfrm flipH="1" rot="10800000">
                <a:off x="8435700" y="3436375"/>
                <a:ext cx="708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83" name="Google Shape;1083;p122"/>
            <p:cNvSpPr/>
            <p:nvPr/>
          </p:nvSpPr>
          <p:spPr>
            <a:xfrm>
              <a:off x="0" y="41329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84" name="Google Shape;1084;p122"/>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085" name="Shape 1085"/>
        <p:cNvGrpSpPr/>
        <p:nvPr/>
      </p:nvGrpSpPr>
      <p:grpSpPr>
        <a:xfrm>
          <a:off x="0" y="0"/>
          <a:ext cx="0" cy="0"/>
          <a:chOff x="0" y="0"/>
          <a:chExt cx="0" cy="0"/>
        </a:xfrm>
      </p:grpSpPr>
      <p:sp>
        <p:nvSpPr>
          <p:cNvPr id="1086" name="Google Shape;1086;p123"/>
          <p:cNvSpPr txBox="1"/>
          <p:nvPr>
            <p:ph type="title"/>
          </p:nvPr>
        </p:nvSpPr>
        <p:spPr>
          <a:xfrm>
            <a:off x="713225" y="737850"/>
            <a:ext cx="4645200" cy="134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87" name="Google Shape;1087;p123"/>
          <p:cNvSpPr txBox="1"/>
          <p:nvPr>
            <p:ph idx="1" type="subTitle"/>
          </p:nvPr>
        </p:nvSpPr>
        <p:spPr>
          <a:xfrm>
            <a:off x="713225" y="2141075"/>
            <a:ext cx="46452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1088" name="Google Shape;1088;p123"/>
          <p:cNvSpPr/>
          <p:nvPr>
            <p:ph idx="2" type="pic"/>
          </p:nvPr>
        </p:nvSpPr>
        <p:spPr>
          <a:xfrm>
            <a:off x="5479825" y="539500"/>
            <a:ext cx="2950800" cy="4064400"/>
          </a:xfrm>
          <a:prstGeom prst="rect">
            <a:avLst/>
          </a:prstGeom>
          <a:noFill/>
          <a:ln>
            <a:noFill/>
          </a:ln>
        </p:spPr>
      </p:sp>
      <p:grpSp>
        <p:nvGrpSpPr>
          <p:cNvPr id="1089" name="Google Shape;1089;p123"/>
          <p:cNvGrpSpPr/>
          <p:nvPr/>
        </p:nvGrpSpPr>
        <p:grpSpPr>
          <a:xfrm>
            <a:off x="7717675" y="3429300"/>
            <a:ext cx="1426200" cy="1714200"/>
            <a:chOff x="7717675" y="3429300"/>
            <a:chExt cx="1426200" cy="1714200"/>
          </a:xfrm>
        </p:grpSpPr>
        <p:sp>
          <p:nvSpPr>
            <p:cNvPr id="1090" name="Google Shape;1090;p123"/>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91" name="Google Shape;1091;p123"/>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92" name="Google Shape;1092;p123"/>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93" name="Google Shape;1093;p123"/>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094" name="Shape 1094"/>
        <p:cNvGrpSpPr/>
        <p:nvPr/>
      </p:nvGrpSpPr>
      <p:grpSpPr>
        <a:xfrm>
          <a:off x="0" y="0"/>
          <a:ext cx="0" cy="0"/>
          <a:chOff x="0" y="0"/>
          <a:chExt cx="0" cy="0"/>
        </a:xfrm>
      </p:grpSpPr>
      <p:sp>
        <p:nvSpPr>
          <p:cNvPr id="1095" name="Google Shape;1095;p124"/>
          <p:cNvSpPr txBox="1"/>
          <p:nvPr>
            <p:ph type="title"/>
          </p:nvPr>
        </p:nvSpPr>
        <p:spPr>
          <a:xfrm>
            <a:off x="4253750" y="769400"/>
            <a:ext cx="39558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96" name="Google Shape;1096;p124"/>
          <p:cNvSpPr txBox="1"/>
          <p:nvPr>
            <p:ph idx="1" type="subTitle"/>
          </p:nvPr>
        </p:nvSpPr>
        <p:spPr>
          <a:xfrm>
            <a:off x="4253750" y="1859617"/>
            <a:ext cx="3684000" cy="127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7" name="Google Shape;1097;p124"/>
          <p:cNvSpPr txBox="1"/>
          <p:nvPr/>
        </p:nvSpPr>
        <p:spPr>
          <a:xfrm>
            <a:off x="4253760" y="3320333"/>
            <a:ext cx="3684000" cy="76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b="1" lang="en" sz="1200" u="sng">
                <a:solidFill>
                  <a:schemeClr val="hlink"/>
                </a:solid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infographics &amp; images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98" name="Shape 1098"/>
        <p:cNvGrpSpPr/>
        <p:nvPr/>
      </p:nvGrpSpPr>
      <p:grpSpPr>
        <a:xfrm>
          <a:off x="0" y="0"/>
          <a:ext cx="0" cy="0"/>
          <a:chOff x="0" y="0"/>
          <a:chExt cx="0" cy="0"/>
        </a:xfrm>
      </p:grpSpPr>
      <p:grpSp>
        <p:nvGrpSpPr>
          <p:cNvPr id="1099" name="Google Shape;1099;p125"/>
          <p:cNvGrpSpPr/>
          <p:nvPr/>
        </p:nvGrpSpPr>
        <p:grpSpPr>
          <a:xfrm>
            <a:off x="335" y="2150"/>
            <a:ext cx="713300" cy="5139225"/>
            <a:chOff x="7468800" y="0"/>
            <a:chExt cx="1675200" cy="5139225"/>
          </a:xfrm>
        </p:grpSpPr>
        <p:sp>
          <p:nvSpPr>
            <p:cNvPr id="1100" name="Google Shape;1100;p125"/>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1" name="Google Shape;1101;p125"/>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2" name="Google Shape;1102;p125"/>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3" name="Google Shape;1103;p125"/>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4" name="Google Shape;1104;p125"/>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5" name="Google Shape;1105;p125"/>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06" name="Google Shape;1106;p125"/>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07" name="Shape 1107"/>
        <p:cNvGrpSpPr/>
        <p:nvPr/>
      </p:nvGrpSpPr>
      <p:grpSpPr>
        <a:xfrm>
          <a:off x="0" y="0"/>
          <a:ext cx="0" cy="0"/>
          <a:chOff x="0" y="0"/>
          <a:chExt cx="0" cy="0"/>
        </a:xfrm>
      </p:grpSpPr>
      <p:grpSp>
        <p:nvGrpSpPr>
          <p:cNvPr id="1108" name="Google Shape;1108;p126"/>
          <p:cNvGrpSpPr/>
          <p:nvPr/>
        </p:nvGrpSpPr>
        <p:grpSpPr>
          <a:xfrm>
            <a:off x="0" y="0"/>
            <a:ext cx="9143875" cy="5143500"/>
            <a:chOff x="0" y="0"/>
            <a:chExt cx="9143875" cy="5143500"/>
          </a:xfrm>
        </p:grpSpPr>
        <p:sp>
          <p:nvSpPr>
            <p:cNvPr id="1109" name="Google Shape;1109;p126"/>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10" name="Google Shape;1110;p126"/>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11" name="Google Shape;1111;p126"/>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12" name="Google Shape;1112;p126"/>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13" name="Google Shape;1113;p126"/>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14" name="Google Shape;1114;p12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8" name="Shape 1118"/>
        <p:cNvGrpSpPr/>
        <p:nvPr/>
      </p:nvGrpSpPr>
      <p:grpSpPr>
        <a:xfrm>
          <a:off x="0" y="0"/>
          <a:ext cx="0" cy="0"/>
          <a:chOff x="0" y="0"/>
          <a:chExt cx="0" cy="0"/>
        </a:xfrm>
      </p:grpSpPr>
      <p:sp>
        <p:nvSpPr>
          <p:cNvPr id="1119" name="Google Shape;1119;p128"/>
          <p:cNvSpPr txBox="1"/>
          <p:nvPr>
            <p:ph type="ctrTitle"/>
          </p:nvPr>
        </p:nvSpPr>
        <p:spPr>
          <a:xfrm>
            <a:off x="713225" y="897050"/>
            <a:ext cx="6651600" cy="15621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20" name="Google Shape;1120;p128"/>
          <p:cNvSpPr txBox="1"/>
          <p:nvPr>
            <p:ph idx="1" type="subTitle"/>
          </p:nvPr>
        </p:nvSpPr>
        <p:spPr>
          <a:xfrm>
            <a:off x="833324" y="3906950"/>
            <a:ext cx="6065400" cy="414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1" name="Shape 1121"/>
        <p:cNvGrpSpPr/>
        <p:nvPr/>
      </p:nvGrpSpPr>
      <p:grpSpPr>
        <a:xfrm>
          <a:off x="0" y="0"/>
          <a:ext cx="0" cy="0"/>
          <a:chOff x="0" y="0"/>
          <a:chExt cx="0" cy="0"/>
        </a:xfrm>
      </p:grpSpPr>
      <p:sp>
        <p:nvSpPr>
          <p:cNvPr id="1122" name="Google Shape;1122;p129"/>
          <p:cNvSpPr txBox="1"/>
          <p:nvPr>
            <p:ph type="title"/>
          </p:nvPr>
        </p:nvSpPr>
        <p:spPr>
          <a:xfrm>
            <a:off x="4858075" y="1948525"/>
            <a:ext cx="3918900" cy="19443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23" name="Google Shape;1123;p129"/>
          <p:cNvSpPr txBox="1"/>
          <p:nvPr>
            <p:ph hasCustomPrompt="1" idx="2" type="title"/>
          </p:nvPr>
        </p:nvSpPr>
        <p:spPr>
          <a:xfrm>
            <a:off x="4963434" y="924863"/>
            <a:ext cx="954000" cy="954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24" name="Google Shape;1124;p129"/>
          <p:cNvSpPr/>
          <p:nvPr>
            <p:ph idx="3" type="pic"/>
          </p:nvPr>
        </p:nvSpPr>
        <p:spPr>
          <a:xfrm>
            <a:off x="1322338" y="539500"/>
            <a:ext cx="2760600" cy="4064400"/>
          </a:xfrm>
          <a:prstGeom prst="rect">
            <a:avLst/>
          </a:prstGeom>
          <a:noFill/>
          <a:ln>
            <a:noFill/>
          </a:ln>
        </p:spPr>
      </p:sp>
      <p:grpSp>
        <p:nvGrpSpPr>
          <p:cNvPr id="1125" name="Google Shape;1125;p129"/>
          <p:cNvGrpSpPr/>
          <p:nvPr/>
        </p:nvGrpSpPr>
        <p:grpSpPr>
          <a:xfrm>
            <a:off x="335" y="2150"/>
            <a:ext cx="713300" cy="5139225"/>
            <a:chOff x="7468800" y="0"/>
            <a:chExt cx="1675200" cy="5139225"/>
          </a:xfrm>
        </p:grpSpPr>
        <p:sp>
          <p:nvSpPr>
            <p:cNvPr id="1126" name="Google Shape;1126;p129"/>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27" name="Google Shape;1127;p129"/>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28" name="Google Shape;1128;p129"/>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29" name="Google Shape;1129;p129"/>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30" name="Google Shape;1130;p129"/>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31" name="Google Shape;1131;p129"/>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32" name="Google Shape;1132;p129"/>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33" name="Shape 1133"/>
        <p:cNvGrpSpPr/>
        <p:nvPr/>
      </p:nvGrpSpPr>
      <p:grpSpPr>
        <a:xfrm>
          <a:off x="0" y="0"/>
          <a:ext cx="0" cy="0"/>
          <a:chOff x="0" y="0"/>
          <a:chExt cx="0" cy="0"/>
        </a:xfrm>
      </p:grpSpPr>
      <p:sp>
        <p:nvSpPr>
          <p:cNvPr id="1134" name="Google Shape;1134;p130"/>
          <p:cNvSpPr txBox="1"/>
          <p:nvPr>
            <p:ph type="title"/>
          </p:nvPr>
        </p:nvSpPr>
        <p:spPr>
          <a:xfrm>
            <a:off x="713225" y="1350150"/>
            <a:ext cx="2776200" cy="1119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5" name="Google Shape;1135;p130"/>
          <p:cNvSpPr txBox="1"/>
          <p:nvPr>
            <p:ph idx="1" type="body"/>
          </p:nvPr>
        </p:nvSpPr>
        <p:spPr>
          <a:xfrm>
            <a:off x="713225" y="2469150"/>
            <a:ext cx="2776200" cy="132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36" name="Shape 1136"/>
        <p:cNvGrpSpPr/>
        <p:nvPr/>
      </p:nvGrpSpPr>
      <p:grpSpPr>
        <a:xfrm>
          <a:off x="0" y="0"/>
          <a:ext cx="0" cy="0"/>
          <a:chOff x="0" y="0"/>
          <a:chExt cx="0" cy="0"/>
        </a:xfrm>
      </p:grpSpPr>
      <p:sp>
        <p:nvSpPr>
          <p:cNvPr id="1137" name="Google Shape;1137;p13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8" name="Google Shape;1138;p131"/>
          <p:cNvSpPr txBox="1"/>
          <p:nvPr>
            <p:ph idx="1" type="subTitle"/>
          </p:nvPr>
        </p:nvSpPr>
        <p:spPr>
          <a:xfrm>
            <a:off x="1628225" y="3279925"/>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9" name="Google Shape;1139;p131"/>
          <p:cNvSpPr txBox="1"/>
          <p:nvPr>
            <p:ph idx="2" type="subTitle"/>
          </p:nvPr>
        </p:nvSpPr>
        <p:spPr>
          <a:xfrm>
            <a:off x="1628225" y="1845299"/>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40" name="Google Shape;1140;p131"/>
          <p:cNvSpPr txBox="1"/>
          <p:nvPr>
            <p:ph idx="3" type="subTitle"/>
          </p:nvPr>
        </p:nvSpPr>
        <p:spPr>
          <a:xfrm>
            <a:off x="1628225" y="1588175"/>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41" name="Google Shape;1141;p131"/>
          <p:cNvSpPr txBox="1"/>
          <p:nvPr>
            <p:ph idx="4" type="subTitle"/>
          </p:nvPr>
        </p:nvSpPr>
        <p:spPr>
          <a:xfrm>
            <a:off x="1628225" y="3022850"/>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142" name="Google Shape;1142;p131"/>
          <p:cNvGrpSpPr/>
          <p:nvPr/>
        </p:nvGrpSpPr>
        <p:grpSpPr>
          <a:xfrm>
            <a:off x="0" y="4661988"/>
            <a:ext cx="9144000" cy="481513"/>
            <a:chOff x="0" y="4661988"/>
            <a:chExt cx="9144000" cy="481513"/>
          </a:xfrm>
        </p:grpSpPr>
        <p:sp>
          <p:nvSpPr>
            <p:cNvPr id="1143" name="Google Shape;1143;p131"/>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44" name="Google Shape;1144;p131"/>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45" name="Google Shape;1145;p131"/>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46" name="Google Shape;1146;p13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7" name="Shape 1147"/>
        <p:cNvGrpSpPr/>
        <p:nvPr/>
      </p:nvGrpSpPr>
      <p:grpSpPr>
        <a:xfrm>
          <a:off x="0" y="0"/>
          <a:ext cx="0" cy="0"/>
          <a:chOff x="0" y="0"/>
          <a:chExt cx="0" cy="0"/>
        </a:xfrm>
      </p:grpSpPr>
      <p:sp>
        <p:nvSpPr>
          <p:cNvPr id="1148" name="Google Shape;1148;p13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49" name="Google Shape;1149;p132"/>
          <p:cNvGrpSpPr/>
          <p:nvPr/>
        </p:nvGrpSpPr>
        <p:grpSpPr>
          <a:xfrm>
            <a:off x="0" y="3429300"/>
            <a:ext cx="9141475" cy="1714200"/>
            <a:chOff x="0" y="3429300"/>
            <a:chExt cx="9141475" cy="1714200"/>
          </a:xfrm>
        </p:grpSpPr>
        <p:sp>
          <p:nvSpPr>
            <p:cNvPr id="1150" name="Google Shape;1150;p132"/>
            <p:cNvSpPr/>
            <p:nvPr/>
          </p:nvSpPr>
          <p:spPr>
            <a:xfrm flipH="1" rot="10800000">
              <a:off x="0" y="4286400"/>
              <a:ext cx="710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1" name="Google Shape;1151;p132"/>
            <p:cNvSpPr/>
            <p:nvPr/>
          </p:nvSpPr>
          <p:spPr>
            <a:xfrm flipH="1" rot="10800000">
              <a:off x="0" y="34293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2" name="Google Shape;1152;p132"/>
            <p:cNvSpPr/>
            <p:nvPr/>
          </p:nvSpPr>
          <p:spPr>
            <a:xfrm flipH="1" rot="10800000">
              <a:off x="8430775" y="42864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3" name="Google Shape;1153;p132"/>
            <p:cNvSpPr/>
            <p:nvPr/>
          </p:nvSpPr>
          <p:spPr>
            <a:xfrm>
              <a:off x="8430775" y="4125900"/>
              <a:ext cx="710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54" name="Google Shape;1154;p132"/>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55" name="Shape 1155"/>
        <p:cNvGrpSpPr/>
        <p:nvPr/>
      </p:nvGrpSpPr>
      <p:grpSpPr>
        <a:xfrm>
          <a:off x="0" y="0"/>
          <a:ext cx="0" cy="0"/>
          <a:chOff x="0" y="0"/>
          <a:chExt cx="0" cy="0"/>
        </a:xfrm>
      </p:grpSpPr>
      <p:sp>
        <p:nvSpPr>
          <p:cNvPr id="1156" name="Google Shape;1156;p133"/>
          <p:cNvSpPr txBox="1"/>
          <p:nvPr>
            <p:ph type="title"/>
          </p:nvPr>
        </p:nvSpPr>
        <p:spPr>
          <a:xfrm>
            <a:off x="713225" y="845825"/>
            <a:ext cx="42948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7" name="Google Shape;1157;p133"/>
          <p:cNvSpPr txBox="1"/>
          <p:nvPr>
            <p:ph idx="1" type="subTitle"/>
          </p:nvPr>
        </p:nvSpPr>
        <p:spPr>
          <a:xfrm>
            <a:off x="713225" y="214107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1158" name="Google Shape;1158;p133"/>
          <p:cNvSpPr/>
          <p:nvPr>
            <p:ph idx="2" type="pic"/>
          </p:nvPr>
        </p:nvSpPr>
        <p:spPr>
          <a:xfrm>
            <a:off x="5479825" y="539500"/>
            <a:ext cx="2950800" cy="4064400"/>
          </a:xfrm>
          <a:prstGeom prst="rect">
            <a:avLst/>
          </a:prstGeom>
          <a:noFill/>
          <a:ln>
            <a:noFill/>
          </a:ln>
        </p:spPr>
      </p:sp>
      <p:grpSp>
        <p:nvGrpSpPr>
          <p:cNvPr id="1159" name="Google Shape;1159;p133"/>
          <p:cNvGrpSpPr/>
          <p:nvPr/>
        </p:nvGrpSpPr>
        <p:grpSpPr>
          <a:xfrm>
            <a:off x="7717675" y="3429300"/>
            <a:ext cx="1426200" cy="1714200"/>
            <a:chOff x="7717675" y="3429300"/>
            <a:chExt cx="1426200" cy="1714200"/>
          </a:xfrm>
        </p:grpSpPr>
        <p:sp>
          <p:nvSpPr>
            <p:cNvPr id="1160" name="Google Shape;1160;p133"/>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61" name="Google Shape;1161;p133"/>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62" name="Google Shape;1162;p133"/>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63" name="Google Shape;1163;p133"/>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64" name="Shape 1164"/>
        <p:cNvGrpSpPr/>
        <p:nvPr/>
      </p:nvGrpSpPr>
      <p:grpSpPr>
        <a:xfrm>
          <a:off x="0" y="0"/>
          <a:ext cx="0" cy="0"/>
          <a:chOff x="0" y="0"/>
          <a:chExt cx="0" cy="0"/>
        </a:xfrm>
      </p:grpSpPr>
      <p:sp>
        <p:nvSpPr>
          <p:cNvPr id="1165" name="Google Shape;1165;p134"/>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166" name="Google Shape;1166;p134"/>
          <p:cNvGrpSpPr/>
          <p:nvPr/>
        </p:nvGrpSpPr>
        <p:grpSpPr>
          <a:xfrm>
            <a:off x="8424000" y="-4125"/>
            <a:ext cx="720300" cy="5143600"/>
            <a:chOff x="8424000" y="-4125"/>
            <a:chExt cx="720300" cy="5143600"/>
          </a:xfrm>
        </p:grpSpPr>
        <p:grpSp>
          <p:nvGrpSpPr>
            <p:cNvPr id="1167" name="Google Shape;1167;p134"/>
            <p:cNvGrpSpPr/>
            <p:nvPr/>
          </p:nvGrpSpPr>
          <p:grpSpPr>
            <a:xfrm>
              <a:off x="8584500" y="-4125"/>
              <a:ext cx="559800" cy="5143600"/>
              <a:chOff x="8584500" y="-4125"/>
              <a:chExt cx="559800" cy="5143600"/>
            </a:xfrm>
          </p:grpSpPr>
          <p:sp>
            <p:nvSpPr>
              <p:cNvPr id="1168" name="Google Shape;1168;p134"/>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69" name="Google Shape;1169;p134"/>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70" name="Google Shape;1170;p134"/>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71" name="Google Shape;1171;p134"/>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72" name="Google Shape;1172;p13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3" name="Shape 1173"/>
        <p:cNvGrpSpPr/>
        <p:nvPr/>
      </p:nvGrpSpPr>
      <p:grpSpPr>
        <a:xfrm>
          <a:off x="0" y="0"/>
          <a:ext cx="0" cy="0"/>
          <a:chOff x="0" y="0"/>
          <a:chExt cx="0" cy="0"/>
        </a:xfrm>
      </p:grpSpPr>
      <p:sp>
        <p:nvSpPr>
          <p:cNvPr id="1174" name="Google Shape;1174;p135"/>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175" name="Google Shape;1175;p135"/>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176" name="Google Shape;1176;p135"/>
          <p:cNvGrpSpPr/>
          <p:nvPr/>
        </p:nvGrpSpPr>
        <p:grpSpPr>
          <a:xfrm>
            <a:off x="7717675" y="3429300"/>
            <a:ext cx="1426200" cy="1714200"/>
            <a:chOff x="7717675" y="3429300"/>
            <a:chExt cx="1426200" cy="1714200"/>
          </a:xfrm>
        </p:grpSpPr>
        <p:sp>
          <p:nvSpPr>
            <p:cNvPr id="1177" name="Google Shape;1177;p135"/>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78" name="Google Shape;1178;p135"/>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79" name="Google Shape;1179;p135"/>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80" name="Google Shape;1180;p135"/>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1" name="Shape 1181"/>
        <p:cNvGrpSpPr/>
        <p:nvPr/>
      </p:nvGrpSpPr>
      <p:grpSpPr>
        <a:xfrm>
          <a:off x="0" y="0"/>
          <a:ext cx="0" cy="0"/>
          <a:chOff x="0" y="0"/>
          <a:chExt cx="0" cy="0"/>
        </a:xfrm>
      </p:grpSpPr>
      <p:sp>
        <p:nvSpPr>
          <p:cNvPr id="1182" name="Google Shape;1182;p136"/>
          <p:cNvSpPr/>
          <p:nvPr>
            <p:ph idx="2" type="pic"/>
          </p:nvPr>
        </p:nvSpPr>
        <p:spPr>
          <a:xfrm>
            <a:off x="0" y="0"/>
            <a:ext cx="9144000" cy="5143500"/>
          </a:xfrm>
          <a:prstGeom prst="rect">
            <a:avLst/>
          </a:prstGeom>
          <a:noFill/>
          <a:ln>
            <a:noFill/>
          </a:ln>
        </p:spPr>
      </p:sp>
      <p:sp>
        <p:nvSpPr>
          <p:cNvPr id="1183" name="Google Shape;1183;p136"/>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84" name="Shape 1184"/>
        <p:cNvGrpSpPr/>
        <p:nvPr/>
      </p:nvGrpSpPr>
      <p:grpSpPr>
        <a:xfrm>
          <a:off x="0" y="0"/>
          <a:ext cx="0" cy="0"/>
          <a:chOff x="0" y="0"/>
          <a:chExt cx="0" cy="0"/>
        </a:xfrm>
      </p:grpSpPr>
      <p:sp>
        <p:nvSpPr>
          <p:cNvPr id="1185" name="Google Shape;1185;p137"/>
          <p:cNvSpPr txBox="1"/>
          <p:nvPr>
            <p:ph hasCustomPrompt="1" type="title"/>
          </p:nvPr>
        </p:nvSpPr>
        <p:spPr>
          <a:xfrm>
            <a:off x="2617600" y="2118550"/>
            <a:ext cx="3908700" cy="1017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86" name="Google Shape;1186;p137"/>
          <p:cNvSpPr txBox="1"/>
          <p:nvPr>
            <p:ph idx="1" type="subTitle"/>
          </p:nvPr>
        </p:nvSpPr>
        <p:spPr>
          <a:xfrm>
            <a:off x="2817525" y="3212000"/>
            <a:ext cx="3509100" cy="4173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187" name="Shape 1187"/>
        <p:cNvGrpSpPr/>
        <p:nvPr/>
      </p:nvGrpSpPr>
      <p:grpSpPr>
        <a:xfrm>
          <a:off x="0" y="0"/>
          <a:ext cx="0" cy="0"/>
          <a:chOff x="0" y="0"/>
          <a:chExt cx="0" cy="0"/>
        </a:xfrm>
      </p:grpSpPr>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188" name="Shape 1188"/>
        <p:cNvGrpSpPr/>
        <p:nvPr/>
      </p:nvGrpSpPr>
      <p:grpSpPr>
        <a:xfrm>
          <a:off x="0" y="0"/>
          <a:ext cx="0" cy="0"/>
          <a:chOff x="0" y="0"/>
          <a:chExt cx="0" cy="0"/>
        </a:xfrm>
      </p:grpSpPr>
      <p:sp>
        <p:nvSpPr>
          <p:cNvPr id="1189" name="Google Shape;1189;p13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90" name="Google Shape;1190;p139"/>
          <p:cNvSpPr txBox="1"/>
          <p:nvPr>
            <p:ph hasCustomPrompt="1" idx="2" type="title"/>
          </p:nvPr>
        </p:nvSpPr>
        <p:spPr>
          <a:xfrm>
            <a:off x="720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1" name="Google Shape;1191;p139"/>
          <p:cNvSpPr txBox="1"/>
          <p:nvPr>
            <p:ph hasCustomPrompt="1" idx="3" type="title"/>
          </p:nvPr>
        </p:nvSpPr>
        <p:spPr>
          <a:xfrm>
            <a:off x="4572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2" name="Google Shape;1192;p139"/>
          <p:cNvSpPr txBox="1"/>
          <p:nvPr>
            <p:ph hasCustomPrompt="1" idx="4" type="title"/>
          </p:nvPr>
        </p:nvSpPr>
        <p:spPr>
          <a:xfrm>
            <a:off x="720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3" name="Google Shape;1193;p139"/>
          <p:cNvSpPr txBox="1"/>
          <p:nvPr>
            <p:ph hasCustomPrompt="1" idx="5" type="title"/>
          </p:nvPr>
        </p:nvSpPr>
        <p:spPr>
          <a:xfrm>
            <a:off x="4572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4" name="Google Shape;1194;p139"/>
          <p:cNvSpPr txBox="1"/>
          <p:nvPr>
            <p:ph hasCustomPrompt="1" idx="6" type="title"/>
          </p:nvPr>
        </p:nvSpPr>
        <p:spPr>
          <a:xfrm>
            <a:off x="720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5" name="Google Shape;1195;p139"/>
          <p:cNvSpPr txBox="1"/>
          <p:nvPr>
            <p:ph hasCustomPrompt="1" idx="7" type="title"/>
          </p:nvPr>
        </p:nvSpPr>
        <p:spPr>
          <a:xfrm>
            <a:off x="4572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6" name="Google Shape;1196;p139"/>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7" name="Google Shape;1197;p139"/>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8" name="Google Shape;1198;p139"/>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9" name="Google Shape;1199;p139"/>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00" name="Google Shape;1200;p139"/>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01" name="Google Shape;1201;p139"/>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202" name="Google Shape;1202;p139"/>
          <p:cNvGrpSpPr/>
          <p:nvPr/>
        </p:nvGrpSpPr>
        <p:grpSpPr>
          <a:xfrm>
            <a:off x="8424000" y="-4125"/>
            <a:ext cx="720300" cy="5143600"/>
            <a:chOff x="8424000" y="-4125"/>
            <a:chExt cx="720300" cy="5143600"/>
          </a:xfrm>
        </p:grpSpPr>
        <p:grpSp>
          <p:nvGrpSpPr>
            <p:cNvPr id="1203" name="Google Shape;1203;p139"/>
            <p:cNvGrpSpPr/>
            <p:nvPr/>
          </p:nvGrpSpPr>
          <p:grpSpPr>
            <a:xfrm>
              <a:off x="8584500" y="-4125"/>
              <a:ext cx="559800" cy="5143600"/>
              <a:chOff x="8584500" y="-4125"/>
              <a:chExt cx="559800" cy="5143600"/>
            </a:xfrm>
          </p:grpSpPr>
          <p:sp>
            <p:nvSpPr>
              <p:cNvPr id="1204" name="Google Shape;1204;p139"/>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05" name="Google Shape;1205;p139"/>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06" name="Google Shape;1206;p139"/>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07" name="Google Shape;1207;p139"/>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08" name="Google Shape;1208;p13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209" name="Shape 1209"/>
        <p:cNvGrpSpPr/>
        <p:nvPr/>
      </p:nvGrpSpPr>
      <p:grpSpPr>
        <a:xfrm>
          <a:off x="0" y="0"/>
          <a:ext cx="0" cy="0"/>
          <a:chOff x="0" y="0"/>
          <a:chExt cx="0" cy="0"/>
        </a:xfrm>
      </p:grpSpPr>
      <p:sp>
        <p:nvSpPr>
          <p:cNvPr id="1210" name="Google Shape;1210;p140"/>
          <p:cNvSpPr txBox="1"/>
          <p:nvPr>
            <p:ph type="title"/>
          </p:nvPr>
        </p:nvSpPr>
        <p:spPr>
          <a:xfrm>
            <a:off x="3718663" y="959100"/>
            <a:ext cx="2872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1" name="Google Shape;1211;p140"/>
          <p:cNvSpPr txBox="1"/>
          <p:nvPr>
            <p:ph idx="1" type="subTitle"/>
          </p:nvPr>
        </p:nvSpPr>
        <p:spPr>
          <a:xfrm>
            <a:off x="3718675" y="2167200"/>
            <a:ext cx="4142400" cy="201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1212" name="Google Shape;1212;p140"/>
          <p:cNvGrpSpPr/>
          <p:nvPr/>
        </p:nvGrpSpPr>
        <p:grpSpPr>
          <a:xfrm>
            <a:off x="0" y="0"/>
            <a:ext cx="9143875" cy="5143500"/>
            <a:chOff x="0" y="0"/>
            <a:chExt cx="9143875" cy="5143500"/>
          </a:xfrm>
        </p:grpSpPr>
        <p:sp>
          <p:nvSpPr>
            <p:cNvPr id="1213" name="Google Shape;1213;p140"/>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4" name="Google Shape;1214;p140"/>
            <p:cNvSpPr/>
            <p:nvPr/>
          </p:nvSpPr>
          <p:spPr>
            <a:xfrm flipH="1" rot="10800000">
              <a:off x="8430775" y="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5" name="Google Shape;1215;p140"/>
            <p:cNvSpPr/>
            <p:nvPr/>
          </p:nvSpPr>
          <p:spPr>
            <a:xfrm flipH="1" rot="10800000">
              <a:off x="8430775"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6" name="Google Shape;1216;p140"/>
            <p:cNvSpPr/>
            <p:nvPr/>
          </p:nvSpPr>
          <p:spPr>
            <a:xfrm flipH="1" rot="10800000">
              <a:off x="843077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7" name="Google Shape;1217;p140"/>
            <p:cNvSpPr/>
            <p:nvPr/>
          </p:nvSpPr>
          <p:spPr>
            <a:xfrm flipH="1" rot="10800000">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8" name="Google Shape;1218;p140"/>
            <p:cNvSpPr/>
            <p:nvPr/>
          </p:nvSpPr>
          <p:spPr>
            <a:xfrm flipH="1" rot="10800000">
              <a:off x="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219" name="Shape 1219"/>
        <p:cNvGrpSpPr/>
        <p:nvPr/>
      </p:nvGrpSpPr>
      <p:grpSpPr>
        <a:xfrm>
          <a:off x="0" y="0"/>
          <a:ext cx="0" cy="0"/>
          <a:chOff x="0" y="0"/>
          <a:chExt cx="0" cy="0"/>
        </a:xfrm>
      </p:grpSpPr>
      <p:sp>
        <p:nvSpPr>
          <p:cNvPr id="1220" name="Google Shape;1220;p141"/>
          <p:cNvSpPr txBox="1"/>
          <p:nvPr>
            <p:ph type="title"/>
          </p:nvPr>
        </p:nvSpPr>
        <p:spPr>
          <a:xfrm>
            <a:off x="3997325" y="1045900"/>
            <a:ext cx="4433700" cy="1422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1" name="Google Shape;1221;p141"/>
          <p:cNvSpPr txBox="1"/>
          <p:nvPr>
            <p:ph idx="1" type="subTitle"/>
          </p:nvPr>
        </p:nvSpPr>
        <p:spPr>
          <a:xfrm>
            <a:off x="3997325" y="2430553"/>
            <a:ext cx="4433700" cy="142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2" name="Google Shape;1222;p141"/>
          <p:cNvSpPr/>
          <p:nvPr>
            <p:ph idx="2" type="pic"/>
          </p:nvPr>
        </p:nvSpPr>
        <p:spPr>
          <a:xfrm>
            <a:off x="713225" y="554676"/>
            <a:ext cx="2801100" cy="4049400"/>
          </a:xfrm>
          <a:prstGeom prst="rect">
            <a:avLst/>
          </a:prstGeom>
          <a:noFill/>
          <a:ln>
            <a:noFill/>
          </a:ln>
        </p:spPr>
      </p:sp>
      <p:grpSp>
        <p:nvGrpSpPr>
          <p:cNvPr id="1223" name="Google Shape;1223;p141"/>
          <p:cNvGrpSpPr/>
          <p:nvPr/>
        </p:nvGrpSpPr>
        <p:grpSpPr>
          <a:xfrm>
            <a:off x="0" y="0"/>
            <a:ext cx="713100" cy="5143500"/>
            <a:chOff x="0" y="0"/>
            <a:chExt cx="713100" cy="5143500"/>
          </a:xfrm>
        </p:grpSpPr>
        <p:sp>
          <p:nvSpPr>
            <p:cNvPr id="1224" name="Google Shape;1224;p141"/>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25" name="Google Shape;1225;p141"/>
            <p:cNvSpPr/>
            <p:nvPr/>
          </p:nvSpPr>
          <p:spPr>
            <a:xfrm flipH="1" rot="10800000">
              <a:off x="0"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26" name="Google Shape;1226;p141"/>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27" name="Google Shape;1227;p141"/>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28" name="Google Shape;1228;p141"/>
          <p:cNvSpPr/>
          <p:nvPr/>
        </p:nvSpPr>
        <p:spPr>
          <a:xfrm>
            <a:off x="626177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229" name="Shape 1229"/>
        <p:cNvGrpSpPr/>
        <p:nvPr/>
      </p:nvGrpSpPr>
      <p:grpSpPr>
        <a:xfrm>
          <a:off x="0" y="0"/>
          <a:ext cx="0" cy="0"/>
          <a:chOff x="0" y="0"/>
          <a:chExt cx="0" cy="0"/>
        </a:xfrm>
      </p:grpSpPr>
      <p:sp>
        <p:nvSpPr>
          <p:cNvPr id="1230" name="Google Shape;1230;p142"/>
          <p:cNvSpPr txBox="1"/>
          <p:nvPr>
            <p:ph type="title"/>
          </p:nvPr>
        </p:nvSpPr>
        <p:spPr>
          <a:xfrm>
            <a:off x="713225" y="539504"/>
            <a:ext cx="419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31" name="Google Shape;1231;p142"/>
          <p:cNvSpPr txBox="1"/>
          <p:nvPr>
            <p:ph idx="1" type="body"/>
          </p:nvPr>
        </p:nvSpPr>
        <p:spPr>
          <a:xfrm>
            <a:off x="713225" y="1237654"/>
            <a:ext cx="4195500" cy="3005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232" name="Google Shape;1232;p142"/>
          <p:cNvGrpSpPr/>
          <p:nvPr/>
        </p:nvGrpSpPr>
        <p:grpSpPr>
          <a:xfrm>
            <a:off x="0" y="4662000"/>
            <a:ext cx="9144000" cy="481500"/>
            <a:chOff x="0" y="4662000"/>
            <a:chExt cx="9144000" cy="481500"/>
          </a:xfrm>
        </p:grpSpPr>
        <p:sp>
          <p:nvSpPr>
            <p:cNvPr id="1233" name="Google Shape;1233;p142"/>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34" name="Google Shape;1234;p142"/>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35" name="Google Shape;1235;p142"/>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36" name="Google Shape;1236;p142"/>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1237" name="Shape 1237"/>
        <p:cNvGrpSpPr/>
        <p:nvPr/>
      </p:nvGrpSpPr>
      <p:grpSpPr>
        <a:xfrm>
          <a:off x="0" y="0"/>
          <a:ext cx="0" cy="0"/>
          <a:chOff x="0" y="0"/>
          <a:chExt cx="0" cy="0"/>
        </a:xfrm>
      </p:grpSpPr>
      <p:sp>
        <p:nvSpPr>
          <p:cNvPr id="1238" name="Google Shape;1238;p143"/>
          <p:cNvSpPr txBox="1"/>
          <p:nvPr>
            <p:ph type="title"/>
          </p:nvPr>
        </p:nvSpPr>
        <p:spPr>
          <a:xfrm>
            <a:off x="713225" y="666225"/>
            <a:ext cx="6923100" cy="750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239" name="Google Shape;1239;p143"/>
          <p:cNvGrpSpPr/>
          <p:nvPr/>
        </p:nvGrpSpPr>
        <p:grpSpPr>
          <a:xfrm>
            <a:off x="0" y="0"/>
            <a:ext cx="9144000" cy="481500"/>
            <a:chOff x="0" y="4662000"/>
            <a:chExt cx="9144000" cy="481500"/>
          </a:xfrm>
        </p:grpSpPr>
        <p:sp>
          <p:nvSpPr>
            <p:cNvPr id="1240" name="Google Shape;1240;p143"/>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41" name="Google Shape;1241;p143"/>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42" name="Google Shape;1242;p143"/>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43" name="Google Shape;1243;p143"/>
          <p:cNvSpPr/>
          <p:nvPr/>
        </p:nvSpPr>
        <p:spPr>
          <a:xfrm>
            <a:off x="713225" y="47643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44" name="Google Shape;1244;p143"/>
          <p:cNvSpPr txBox="1"/>
          <p:nvPr>
            <p:ph idx="1" type="subTitle"/>
          </p:nvPr>
        </p:nvSpPr>
        <p:spPr>
          <a:xfrm>
            <a:off x="713225" y="1558450"/>
            <a:ext cx="6951900" cy="275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45" name="Shape 1245"/>
        <p:cNvGrpSpPr/>
        <p:nvPr/>
      </p:nvGrpSpPr>
      <p:grpSpPr>
        <a:xfrm>
          <a:off x="0" y="0"/>
          <a:ext cx="0" cy="0"/>
          <a:chOff x="0" y="0"/>
          <a:chExt cx="0" cy="0"/>
        </a:xfrm>
      </p:grpSpPr>
      <p:sp>
        <p:nvSpPr>
          <p:cNvPr id="1246" name="Google Shape;1246;p14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47" name="Google Shape;1247;p144"/>
          <p:cNvSpPr txBox="1"/>
          <p:nvPr>
            <p:ph idx="1" type="subTitle"/>
          </p:nvPr>
        </p:nvSpPr>
        <p:spPr>
          <a:xfrm>
            <a:off x="713225"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8" name="Google Shape;1248;p144"/>
          <p:cNvSpPr txBox="1"/>
          <p:nvPr>
            <p:ph idx="2" type="subTitle"/>
          </p:nvPr>
        </p:nvSpPr>
        <p:spPr>
          <a:xfrm>
            <a:off x="3231361"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9" name="Google Shape;1249;p144"/>
          <p:cNvSpPr txBox="1"/>
          <p:nvPr>
            <p:ph idx="3" type="subTitle"/>
          </p:nvPr>
        </p:nvSpPr>
        <p:spPr>
          <a:xfrm>
            <a:off x="5749496"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50" name="Google Shape;1250;p144"/>
          <p:cNvSpPr txBox="1"/>
          <p:nvPr>
            <p:ph idx="4" type="subTitle"/>
          </p:nvPr>
        </p:nvSpPr>
        <p:spPr>
          <a:xfrm>
            <a:off x="713225"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51" name="Google Shape;1251;p144"/>
          <p:cNvSpPr txBox="1"/>
          <p:nvPr>
            <p:ph idx="5" type="subTitle"/>
          </p:nvPr>
        </p:nvSpPr>
        <p:spPr>
          <a:xfrm>
            <a:off x="3231357"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52" name="Google Shape;1252;p144"/>
          <p:cNvSpPr txBox="1"/>
          <p:nvPr>
            <p:ph idx="6" type="subTitle"/>
          </p:nvPr>
        </p:nvSpPr>
        <p:spPr>
          <a:xfrm>
            <a:off x="5749488"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253" name="Google Shape;1253;p144"/>
          <p:cNvGrpSpPr/>
          <p:nvPr/>
        </p:nvGrpSpPr>
        <p:grpSpPr>
          <a:xfrm>
            <a:off x="8795925" y="2411700"/>
            <a:ext cx="364500" cy="2731800"/>
            <a:chOff x="8795925" y="2411700"/>
            <a:chExt cx="364500" cy="2731800"/>
          </a:xfrm>
        </p:grpSpPr>
        <p:sp>
          <p:nvSpPr>
            <p:cNvPr id="1254" name="Google Shape;1254;p144"/>
            <p:cNvSpPr/>
            <p:nvPr/>
          </p:nvSpPr>
          <p:spPr>
            <a:xfrm flipH="1" rot="10800000">
              <a:off x="8795925"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55" name="Google Shape;1255;p144"/>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56" name="Google Shape;1256;p144"/>
            <p:cNvSpPr/>
            <p:nvPr/>
          </p:nvSpPr>
          <p:spPr>
            <a:xfrm flipH="1" rot="10800000">
              <a:off x="8795925" y="25722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57" name="Google Shape;1257;p144"/>
            <p:cNvSpPr/>
            <p:nvPr/>
          </p:nvSpPr>
          <p:spPr>
            <a:xfrm>
              <a:off x="8795925" y="2411700"/>
              <a:ext cx="3645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58" name="Google Shape;1258;p14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59" name="Shape 1259"/>
        <p:cNvGrpSpPr/>
        <p:nvPr/>
      </p:nvGrpSpPr>
      <p:grpSpPr>
        <a:xfrm>
          <a:off x="0" y="0"/>
          <a:ext cx="0" cy="0"/>
          <a:chOff x="0" y="0"/>
          <a:chExt cx="0" cy="0"/>
        </a:xfrm>
      </p:grpSpPr>
      <p:sp>
        <p:nvSpPr>
          <p:cNvPr id="1260" name="Google Shape;1260;p14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61" name="Google Shape;1261;p145"/>
          <p:cNvSpPr txBox="1"/>
          <p:nvPr>
            <p:ph idx="1" type="subTitle"/>
          </p:nvPr>
        </p:nvSpPr>
        <p:spPr>
          <a:xfrm>
            <a:off x="7132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62" name="Google Shape;1262;p145"/>
          <p:cNvSpPr txBox="1"/>
          <p:nvPr>
            <p:ph idx="2" type="subTitle"/>
          </p:nvPr>
        </p:nvSpPr>
        <p:spPr>
          <a:xfrm>
            <a:off x="46988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63" name="Google Shape;1263;p145"/>
          <p:cNvSpPr txBox="1"/>
          <p:nvPr>
            <p:ph idx="3" type="subTitle"/>
          </p:nvPr>
        </p:nvSpPr>
        <p:spPr>
          <a:xfrm>
            <a:off x="7132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64" name="Google Shape;1264;p145"/>
          <p:cNvSpPr txBox="1"/>
          <p:nvPr>
            <p:ph idx="4" type="subTitle"/>
          </p:nvPr>
        </p:nvSpPr>
        <p:spPr>
          <a:xfrm>
            <a:off x="46988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65" name="Google Shape;1265;p145"/>
          <p:cNvSpPr txBox="1"/>
          <p:nvPr>
            <p:ph idx="5" type="subTitle"/>
          </p:nvPr>
        </p:nvSpPr>
        <p:spPr>
          <a:xfrm>
            <a:off x="7132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6" name="Google Shape;1266;p145"/>
          <p:cNvSpPr txBox="1"/>
          <p:nvPr>
            <p:ph idx="6" type="subTitle"/>
          </p:nvPr>
        </p:nvSpPr>
        <p:spPr>
          <a:xfrm>
            <a:off x="7132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7" name="Google Shape;1267;p145"/>
          <p:cNvSpPr txBox="1"/>
          <p:nvPr>
            <p:ph idx="7" type="subTitle"/>
          </p:nvPr>
        </p:nvSpPr>
        <p:spPr>
          <a:xfrm>
            <a:off x="46988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8" name="Google Shape;1268;p145"/>
          <p:cNvSpPr txBox="1"/>
          <p:nvPr>
            <p:ph idx="8" type="subTitle"/>
          </p:nvPr>
        </p:nvSpPr>
        <p:spPr>
          <a:xfrm>
            <a:off x="46988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269" name="Google Shape;1269;p145"/>
          <p:cNvGrpSpPr/>
          <p:nvPr/>
        </p:nvGrpSpPr>
        <p:grpSpPr>
          <a:xfrm>
            <a:off x="0" y="3429300"/>
            <a:ext cx="9160425" cy="1714200"/>
            <a:chOff x="0" y="3429300"/>
            <a:chExt cx="9160425" cy="1714200"/>
          </a:xfrm>
        </p:grpSpPr>
        <p:grpSp>
          <p:nvGrpSpPr>
            <p:cNvPr id="1270" name="Google Shape;1270;p145"/>
            <p:cNvGrpSpPr/>
            <p:nvPr/>
          </p:nvGrpSpPr>
          <p:grpSpPr>
            <a:xfrm>
              <a:off x="8795925" y="3429300"/>
              <a:ext cx="364500" cy="1714200"/>
              <a:chOff x="8795925" y="3429300"/>
              <a:chExt cx="364500" cy="1714200"/>
            </a:xfrm>
          </p:grpSpPr>
          <p:sp>
            <p:nvSpPr>
              <p:cNvPr id="1271" name="Google Shape;1271;p145"/>
              <p:cNvSpPr/>
              <p:nvPr/>
            </p:nvSpPr>
            <p:spPr>
              <a:xfrm flipH="1" rot="10800000">
                <a:off x="8795925" y="42864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72" name="Google Shape;1272;p145"/>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273" name="Google Shape;1273;p145"/>
            <p:cNvGrpSpPr/>
            <p:nvPr/>
          </p:nvGrpSpPr>
          <p:grpSpPr>
            <a:xfrm>
              <a:off x="0" y="3429300"/>
              <a:ext cx="364500" cy="1714200"/>
              <a:chOff x="0" y="3429300"/>
              <a:chExt cx="364500" cy="1714200"/>
            </a:xfrm>
          </p:grpSpPr>
          <p:sp>
            <p:nvSpPr>
              <p:cNvPr id="1274" name="Google Shape;1274;p145"/>
              <p:cNvSpPr/>
              <p:nvPr/>
            </p:nvSpPr>
            <p:spPr>
              <a:xfrm flipH="1" rot="10800000">
                <a:off x="0"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75" name="Google Shape;1275;p145"/>
              <p:cNvSpPr/>
              <p:nvPr/>
            </p:nvSpPr>
            <p:spPr>
              <a:xfrm flipH="1" rot="10800000">
                <a:off x="0"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276" name="Google Shape;1276;p14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77" name="Shape 1277"/>
        <p:cNvGrpSpPr/>
        <p:nvPr/>
      </p:nvGrpSpPr>
      <p:grpSpPr>
        <a:xfrm>
          <a:off x="0" y="0"/>
          <a:ext cx="0" cy="0"/>
          <a:chOff x="0" y="0"/>
          <a:chExt cx="0" cy="0"/>
        </a:xfrm>
      </p:grpSpPr>
      <p:sp>
        <p:nvSpPr>
          <p:cNvPr id="1278" name="Google Shape;1278;p14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9" name="Google Shape;1279;p146"/>
          <p:cNvSpPr txBox="1"/>
          <p:nvPr>
            <p:ph idx="1" type="subTitle"/>
          </p:nvPr>
        </p:nvSpPr>
        <p:spPr>
          <a:xfrm>
            <a:off x="7131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0" name="Google Shape;1280;p146"/>
          <p:cNvSpPr txBox="1"/>
          <p:nvPr>
            <p:ph idx="2" type="subTitle"/>
          </p:nvPr>
        </p:nvSpPr>
        <p:spPr>
          <a:xfrm>
            <a:off x="345525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1" name="Google Shape;1281;p146"/>
          <p:cNvSpPr txBox="1"/>
          <p:nvPr>
            <p:ph idx="3" type="subTitle"/>
          </p:nvPr>
        </p:nvSpPr>
        <p:spPr>
          <a:xfrm>
            <a:off x="7131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2" name="Google Shape;1282;p146"/>
          <p:cNvSpPr txBox="1"/>
          <p:nvPr>
            <p:ph idx="4" type="subTitle"/>
          </p:nvPr>
        </p:nvSpPr>
        <p:spPr>
          <a:xfrm>
            <a:off x="345525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3" name="Google Shape;1283;p146"/>
          <p:cNvSpPr txBox="1"/>
          <p:nvPr>
            <p:ph idx="5" type="subTitle"/>
          </p:nvPr>
        </p:nvSpPr>
        <p:spPr>
          <a:xfrm>
            <a:off x="61974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4" name="Google Shape;1284;p146"/>
          <p:cNvSpPr txBox="1"/>
          <p:nvPr>
            <p:ph idx="6" type="subTitle"/>
          </p:nvPr>
        </p:nvSpPr>
        <p:spPr>
          <a:xfrm>
            <a:off x="61974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5" name="Google Shape;1285;p146"/>
          <p:cNvSpPr txBox="1"/>
          <p:nvPr>
            <p:ph idx="7" type="subTitle"/>
          </p:nvPr>
        </p:nvSpPr>
        <p:spPr>
          <a:xfrm>
            <a:off x="713100" y="1307112"/>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86" name="Google Shape;1286;p146"/>
          <p:cNvSpPr txBox="1"/>
          <p:nvPr>
            <p:ph idx="8" type="subTitle"/>
          </p:nvPr>
        </p:nvSpPr>
        <p:spPr>
          <a:xfrm>
            <a:off x="345765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87" name="Google Shape;1287;p146"/>
          <p:cNvSpPr txBox="1"/>
          <p:nvPr>
            <p:ph idx="9" type="subTitle"/>
          </p:nvPr>
        </p:nvSpPr>
        <p:spPr>
          <a:xfrm>
            <a:off x="619980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88" name="Google Shape;1288;p146"/>
          <p:cNvSpPr txBox="1"/>
          <p:nvPr>
            <p:ph idx="13" type="subTitle"/>
          </p:nvPr>
        </p:nvSpPr>
        <p:spPr>
          <a:xfrm>
            <a:off x="713100" y="3034188"/>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89" name="Google Shape;1289;p146"/>
          <p:cNvSpPr txBox="1"/>
          <p:nvPr>
            <p:ph idx="14" type="subTitle"/>
          </p:nvPr>
        </p:nvSpPr>
        <p:spPr>
          <a:xfrm>
            <a:off x="345765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90" name="Google Shape;1290;p146"/>
          <p:cNvSpPr txBox="1"/>
          <p:nvPr>
            <p:ph idx="15" type="subTitle"/>
          </p:nvPr>
        </p:nvSpPr>
        <p:spPr>
          <a:xfrm>
            <a:off x="619980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291" name="Google Shape;1291;p146"/>
          <p:cNvGrpSpPr/>
          <p:nvPr/>
        </p:nvGrpSpPr>
        <p:grpSpPr>
          <a:xfrm>
            <a:off x="0" y="4661988"/>
            <a:ext cx="9144000" cy="481513"/>
            <a:chOff x="0" y="4661988"/>
            <a:chExt cx="9144000" cy="481513"/>
          </a:xfrm>
        </p:grpSpPr>
        <p:sp>
          <p:nvSpPr>
            <p:cNvPr id="1292" name="Google Shape;1292;p146"/>
            <p:cNvSpPr/>
            <p:nvPr/>
          </p:nvSpPr>
          <p:spPr>
            <a:xfrm>
              <a:off x="0" y="4983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93" name="Google Shape;1293;p146"/>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94" name="Google Shape;1294;p146"/>
            <p:cNvSpPr/>
            <p:nvPr/>
          </p:nvSpPr>
          <p:spPr>
            <a:xfrm>
              <a:off x="0" y="4661988"/>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95" name="Google Shape;1295;p14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96" name="Shape 1296"/>
        <p:cNvGrpSpPr/>
        <p:nvPr/>
      </p:nvGrpSpPr>
      <p:grpSpPr>
        <a:xfrm>
          <a:off x="0" y="0"/>
          <a:ext cx="0" cy="0"/>
          <a:chOff x="0" y="0"/>
          <a:chExt cx="0" cy="0"/>
        </a:xfrm>
      </p:grpSpPr>
      <p:sp>
        <p:nvSpPr>
          <p:cNvPr id="1297" name="Google Shape;1297;p147"/>
          <p:cNvSpPr txBox="1"/>
          <p:nvPr>
            <p:ph hasCustomPrompt="1" type="title"/>
          </p:nvPr>
        </p:nvSpPr>
        <p:spPr>
          <a:xfrm>
            <a:off x="3287850" y="2064188"/>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98" name="Google Shape;1298;p147"/>
          <p:cNvSpPr txBox="1"/>
          <p:nvPr>
            <p:ph idx="1" type="subTitle"/>
          </p:nvPr>
        </p:nvSpPr>
        <p:spPr>
          <a:xfrm>
            <a:off x="3287850" y="2746902"/>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299" name="Google Shape;1299;p147"/>
          <p:cNvSpPr txBox="1"/>
          <p:nvPr>
            <p:ph hasCustomPrompt="1" idx="2" type="title"/>
          </p:nvPr>
        </p:nvSpPr>
        <p:spPr>
          <a:xfrm>
            <a:off x="3287850" y="915175"/>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00" name="Google Shape;1300;p147"/>
          <p:cNvSpPr txBox="1"/>
          <p:nvPr>
            <p:ph idx="3" type="subTitle"/>
          </p:nvPr>
        </p:nvSpPr>
        <p:spPr>
          <a:xfrm>
            <a:off x="3287850" y="1597879"/>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301" name="Google Shape;1301;p147"/>
          <p:cNvSpPr txBox="1"/>
          <p:nvPr>
            <p:ph hasCustomPrompt="1" idx="4" type="title"/>
          </p:nvPr>
        </p:nvSpPr>
        <p:spPr>
          <a:xfrm>
            <a:off x="3287850" y="3213200"/>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02" name="Google Shape;1302;p147"/>
          <p:cNvSpPr txBox="1"/>
          <p:nvPr>
            <p:ph idx="5" type="subTitle"/>
          </p:nvPr>
        </p:nvSpPr>
        <p:spPr>
          <a:xfrm>
            <a:off x="3287850" y="3895925"/>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1303" name="Google Shape;1303;p147"/>
          <p:cNvGrpSpPr/>
          <p:nvPr/>
        </p:nvGrpSpPr>
        <p:grpSpPr>
          <a:xfrm>
            <a:off x="3847050" y="378431"/>
            <a:ext cx="1449900" cy="4386056"/>
            <a:chOff x="3847050" y="378431"/>
            <a:chExt cx="1449900" cy="4386056"/>
          </a:xfrm>
        </p:grpSpPr>
        <p:sp>
          <p:nvSpPr>
            <p:cNvPr id="1304" name="Google Shape;1304;p147"/>
            <p:cNvSpPr/>
            <p:nvPr/>
          </p:nvSpPr>
          <p:spPr>
            <a:xfrm>
              <a:off x="3847050" y="378431"/>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05" name="Google Shape;1305;p147"/>
            <p:cNvSpPr/>
            <p:nvPr/>
          </p:nvSpPr>
          <p:spPr>
            <a:xfrm>
              <a:off x="3847050" y="46039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06" name="Shape 1306"/>
        <p:cNvGrpSpPr/>
        <p:nvPr/>
      </p:nvGrpSpPr>
      <p:grpSpPr>
        <a:xfrm>
          <a:off x="0" y="0"/>
          <a:ext cx="0" cy="0"/>
          <a:chOff x="0" y="0"/>
          <a:chExt cx="0" cy="0"/>
        </a:xfrm>
      </p:grpSpPr>
      <p:sp>
        <p:nvSpPr>
          <p:cNvPr id="1307" name="Google Shape;1307;p14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08" name="Google Shape;1308;p148"/>
          <p:cNvGrpSpPr/>
          <p:nvPr/>
        </p:nvGrpSpPr>
        <p:grpSpPr>
          <a:xfrm>
            <a:off x="0" y="275063"/>
            <a:ext cx="9144000" cy="4868438"/>
            <a:chOff x="0" y="275063"/>
            <a:chExt cx="9144000" cy="4868438"/>
          </a:xfrm>
        </p:grpSpPr>
        <p:sp>
          <p:nvSpPr>
            <p:cNvPr id="1309" name="Google Shape;1309;p148"/>
            <p:cNvSpPr/>
            <p:nvPr/>
          </p:nvSpPr>
          <p:spPr>
            <a:xfrm>
              <a:off x="713225" y="275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310" name="Google Shape;1310;p148"/>
            <p:cNvGrpSpPr/>
            <p:nvPr/>
          </p:nvGrpSpPr>
          <p:grpSpPr>
            <a:xfrm>
              <a:off x="0" y="4822500"/>
              <a:ext cx="9144000" cy="321000"/>
              <a:chOff x="0" y="4822500"/>
              <a:chExt cx="9144000" cy="321000"/>
            </a:xfrm>
          </p:grpSpPr>
          <p:sp>
            <p:nvSpPr>
              <p:cNvPr id="1311" name="Google Shape;1311;p148"/>
              <p:cNvSpPr/>
              <p:nvPr/>
            </p:nvSpPr>
            <p:spPr>
              <a:xfrm>
                <a:off x="0" y="49830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12" name="Google Shape;1312;p148"/>
              <p:cNvSpPr/>
              <p:nvPr/>
            </p:nvSpPr>
            <p:spPr>
              <a:xfrm>
                <a:off x="0" y="48225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1313" name="Google Shape;1313;p148"/>
          <p:cNvGrpSpPr/>
          <p:nvPr/>
        </p:nvGrpSpPr>
        <p:grpSpPr>
          <a:xfrm>
            <a:off x="8430775" y="0"/>
            <a:ext cx="713318" cy="857100"/>
            <a:chOff x="8430775" y="0"/>
            <a:chExt cx="713318" cy="857100"/>
          </a:xfrm>
        </p:grpSpPr>
        <p:sp>
          <p:nvSpPr>
            <p:cNvPr id="1314" name="Google Shape;1314;p148"/>
            <p:cNvSpPr/>
            <p:nvPr/>
          </p:nvSpPr>
          <p:spPr>
            <a:xfrm flipH="1" rot="10800000">
              <a:off x="8787393" y="0"/>
              <a:ext cx="356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15" name="Google Shape;1315;p148"/>
            <p:cNvSpPr/>
            <p:nvPr/>
          </p:nvSpPr>
          <p:spPr>
            <a:xfrm flipH="1" rot="10800000">
              <a:off x="8430775" y="0"/>
              <a:ext cx="356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316" name="Shape 1316"/>
        <p:cNvGrpSpPr/>
        <p:nvPr/>
      </p:nvGrpSpPr>
      <p:grpSpPr>
        <a:xfrm>
          <a:off x="0" y="0"/>
          <a:ext cx="0" cy="0"/>
          <a:chOff x="0" y="0"/>
          <a:chExt cx="0" cy="0"/>
        </a:xfrm>
      </p:grpSpPr>
      <p:sp>
        <p:nvSpPr>
          <p:cNvPr id="1317" name="Google Shape;1317;p14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18" name="Google Shape;1318;p149"/>
          <p:cNvGrpSpPr/>
          <p:nvPr/>
        </p:nvGrpSpPr>
        <p:grpSpPr>
          <a:xfrm>
            <a:off x="-100" y="3429300"/>
            <a:ext cx="1433325" cy="1714200"/>
            <a:chOff x="-100" y="3429300"/>
            <a:chExt cx="1433325" cy="1714200"/>
          </a:xfrm>
        </p:grpSpPr>
        <p:sp>
          <p:nvSpPr>
            <p:cNvPr id="1319" name="Google Shape;1319;p149"/>
            <p:cNvSpPr/>
            <p:nvPr/>
          </p:nvSpPr>
          <p:spPr>
            <a:xfrm>
              <a:off x="72012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0" name="Google Shape;1320;p149"/>
            <p:cNvSpPr/>
            <p:nvPr/>
          </p:nvSpPr>
          <p:spPr>
            <a:xfrm>
              <a:off x="-10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1" name="Google Shape;1321;p149"/>
            <p:cNvSpPr/>
            <p:nvPr/>
          </p:nvSpPr>
          <p:spPr>
            <a:xfrm>
              <a:off x="-100" y="34293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22" name="Google Shape;1322;p149"/>
          <p:cNvSpPr/>
          <p:nvPr/>
        </p:nvSpPr>
        <p:spPr>
          <a:xfrm>
            <a:off x="713000"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23" name="Shape 1323"/>
        <p:cNvGrpSpPr/>
        <p:nvPr/>
      </p:nvGrpSpPr>
      <p:grpSpPr>
        <a:xfrm>
          <a:off x="0" y="0"/>
          <a:ext cx="0" cy="0"/>
          <a:chOff x="0" y="0"/>
          <a:chExt cx="0" cy="0"/>
        </a:xfrm>
      </p:grpSpPr>
      <p:sp>
        <p:nvSpPr>
          <p:cNvPr id="1324" name="Google Shape;1324;p15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25" name="Google Shape;1325;p150"/>
          <p:cNvGrpSpPr/>
          <p:nvPr/>
        </p:nvGrpSpPr>
        <p:grpSpPr>
          <a:xfrm>
            <a:off x="0" y="0"/>
            <a:ext cx="9144000" cy="5160150"/>
            <a:chOff x="0" y="0"/>
            <a:chExt cx="9144000" cy="5160150"/>
          </a:xfrm>
        </p:grpSpPr>
        <p:grpSp>
          <p:nvGrpSpPr>
            <p:cNvPr id="1326" name="Google Shape;1326;p150"/>
            <p:cNvGrpSpPr/>
            <p:nvPr/>
          </p:nvGrpSpPr>
          <p:grpSpPr>
            <a:xfrm>
              <a:off x="0" y="3445950"/>
              <a:ext cx="568500" cy="1714200"/>
              <a:chOff x="0" y="3445950"/>
              <a:chExt cx="568500" cy="1714200"/>
            </a:xfrm>
          </p:grpSpPr>
          <p:sp>
            <p:nvSpPr>
              <p:cNvPr id="1327" name="Google Shape;1327;p150"/>
              <p:cNvSpPr/>
              <p:nvPr/>
            </p:nvSpPr>
            <p:spPr>
              <a:xfrm flipH="1" rot="10800000">
                <a:off x="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8" name="Google Shape;1328;p150"/>
              <p:cNvSpPr/>
              <p:nvPr/>
            </p:nvSpPr>
            <p:spPr>
              <a:xfrm flipH="1" rot="10800000">
                <a:off x="0" y="344595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329" name="Google Shape;1329;p150"/>
            <p:cNvGrpSpPr/>
            <p:nvPr/>
          </p:nvGrpSpPr>
          <p:grpSpPr>
            <a:xfrm>
              <a:off x="8575500" y="0"/>
              <a:ext cx="568500" cy="5160150"/>
              <a:chOff x="8575500" y="0"/>
              <a:chExt cx="568500" cy="5160150"/>
            </a:xfrm>
          </p:grpSpPr>
          <p:sp>
            <p:nvSpPr>
              <p:cNvPr id="1330" name="Google Shape;1330;p150"/>
              <p:cNvSpPr/>
              <p:nvPr/>
            </p:nvSpPr>
            <p:spPr>
              <a:xfrm flipH="1" rot="10800000">
                <a:off x="857550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1" name="Google Shape;1331;p150"/>
              <p:cNvSpPr/>
              <p:nvPr/>
            </p:nvSpPr>
            <p:spPr>
              <a:xfrm flipH="1" rot="10800000">
                <a:off x="8575500" y="34459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2" name="Google Shape;1332;p150"/>
              <p:cNvSpPr/>
              <p:nvPr/>
            </p:nvSpPr>
            <p:spPr>
              <a:xfrm flipH="1" rot="10800000">
                <a:off x="8575500" y="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333" name="Google Shape;1333;p15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334" name="Shape 1334"/>
        <p:cNvGrpSpPr/>
        <p:nvPr/>
      </p:nvGrpSpPr>
      <p:grpSpPr>
        <a:xfrm>
          <a:off x="0" y="0"/>
          <a:ext cx="0" cy="0"/>
          <a:chOff x="0" y="0"/>
          <a:chExt cx="0" cy="0"/>
        </a:xfrm>
      </p:grpSpPr>
      <p:sp>
        <p:nvSpPr>
          <p:cNvPr id="1335" name="Google Shape;1335;p15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36" name="Google Shape;1336;p151"/>
          <p:cNvGrpSpPr/>
          <p:nvPr/>
        </p:nvGrpSpPr>
        <p:grpSpPr>
          <a:xfrm>
            <a:off x="0" y="0"/>
            <a:ext cx="9145075" cy="5143500"/>
            <a:chOff x="0" y="0"/>
            <a:chExt cx="9145075" cy="5143500"/>
          </a:xfrm>
        </p:grpSpPr>
        <p:sp>
          <p:nvSpPr>
            <p:cNvPr id="1337" name="Google Shape;1337;p151"/>
            <p:cNvSpPr/>
            <p:nvPr/>
          </p:nvSpPr>
          <p:spPr>
            <a:xfrm flipH="1" rot="10800000">
              <a:off x="0"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8" name="Google Shape;1338;p151"/>
            <p:cNvSpPr/>
            <p:nvPr/>
          </p:nvSpPr>
          <p:spPr>
            <a:xfrm flipH="1" rot="10800000">
              <a:off x="0" y="3429300"/>
              <a:ext cx="714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9" name="Google Shape;1339;p151"/>
            <p:cNvSpPr/>
            <p:nvPr/>
          </p:nvSpPr>
          <p:spPr>
            <a:xfrm flipH="1" rot="10800000">
              <a:off x="0" y="257220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0" name="Google Shape;1340;p151"/>
            <p:cNvSpPr/>
            <p:nvPr/>
          </p:nvSpPr>
          <p:spPr>
            <a:xfrm flipH="1" rot="10800000">
              <a:off x="8430775" y="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1" name="Google Shape;1341;p151"/>
            <p:cNvSpPr/>
            <p:nvPr/>
          </p:nvSpPr>
          <p:spPr>
            <a:xfrm flipH="1" rot="10800000">
              <a:off x="8430775"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42" name="Google Shape;1342;p15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343" name="Shape 1343"/>
        <p:cNvGrpSpPr/>
        <p:nvPr/>
      </p:nvGrpSpPr>
      <p:grpSpPr>
        <a:xfrm>
          <a:off x="0" y="0"/>
          <a:ext cx="0" cy="0"/>
          <a:chOff x="0" y="0"/>
          <a:chExt cx="0" cy="0"/>
        </a:xfrm>
      </p:grpSpPr>
      <p:sp>
        <p:nvSpPr>
          <p:cNvPr id="1344" name="Google Shape;1344;p15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45" name="Google Shape;1345;p152"/>
          <p:cNvGrpSpPr/>
          <p:nvPr/>
        </p:nvGrpSpPr>
        <p:grpSpPr>
          <a:xfrm>
            <a:off x="0" y="0"/>
            <a:ext cx="9143875" cy="5143500"/>
            <a:chOff x="0" y="0"/>
            <a:chExt cx="9143875" cy="5143500"/>
          </a:xfrm>
        </p:grpSpPr>
        <p:sp>
          <p:nvSpPr>
            <p:cNvPr id="1346" name="Google Shape;1346;p152"/>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7" name="Google Shape;1347;p152"/>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8" name="Google Shape;1348;p152"/>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9" name="Google Shape;1349;p152"/>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50" name="Google Shape;1350;p152"/>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51" name="Google Shape;1351;p152"/>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1352" name="Shape 1352"/>
        <p:cNvGrpSpPr/>
        <p:nvPr/>
      </p:nvGrpSpPr>
      <p:grpSpPr>
        <a:xfrm>
          <a:off x="0" y="0"/>
          <a:ext cx="0" cy="0"/>
          <a:chOff x="0" y="0"/>
          <a:chExt cx="0" cy="0"/>
        </a:xfrm>
      </p:grpSpPr>
      <p:sp>
        <p:nvSpPr>
          <p:cNvPr id="1353" name="Google Shape;1353;p15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54" name="Google Shape;1354;p153"/>
          <p:cNvGrpSpPr/>
          <p:nvPr/>
        </p:nvGrpSpPr>
        <p:grpSpPr>
          <a:xfrm>
            <a:off x="0" y="3275875"/>
            <a:ext cx="9144000" cy="1863925"/>
            <a:chOff x="0" y="3275875"/>
            <a:chExt cx="9144000" cy="1863925"/>
          </a:xfrm>
        </p:grpSpPr>
        <p:sp>
          <p:nvSpPr>
            <p:cNvPr id="1355" name="Google Shape;1355;p153"/>
            <p:cNvSpPr/>
            <p:nvPr/>
          </p:nvSpPr>
          <p:spPr>
            <a:xfrm flipH="1" rot="10800000">
              <a:off x="0" y="4282700"/>
              <a:ext cx="708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356" name="Google Shape;1356;p153"/>
            <p:cNvGrpSpPr/>
            <p:nvPr/>
          </p:nvGrpSpPr>
          <p:grpSpPr>
            <a:xfrm>
              <a:off x="8435700" y="3275875"/>
              <a:ext cx="708300" cy="1863925"/>
              <a:chOff x="8435700" y="3275875"/>
              <a:chExt cx="708300" cy="1863925"/>
            </a:xfrm>
          </p:grpSpPr>
          <p:sp>
            <p:nvSpPr>
              <p:cNvPr id="1357" name="Google Shape;1357;p153"/>
              <p:cNvSpPr/>
              <p:nvPr/>
            </p:nvSpPr>
            <p:spPr>
              <a:xfrm>
                <a:off x="8435700" y="32758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58" name="Google Shape;1358;p153"/>
              <p:cNvSpPr/>
              <p:nvPr/>
            </p:nvSpPr>
            <p:spPr>
              <a:xfrm flipH="1" rot="10800000">
                <a:off x="8435700" y="4282700"/>
                <a:ext cx="708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59" name="Google Shape;1359;p153"/>
              <p:cNvSpPr/>
              <p:nvPr/>
            </p:nvSpPr>
            <p:spPr>
              <a:xfrm flipH="1" rot="10800000">
                <a:off x="8435700" y="3436375"/>
                <a:ext cx="708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60" name="Google Shape;1360;p153"/>
            <p:cNvSpPr/>
            <p:nvPr/>
          </p:nvSpPr>
          <p:spPr>
            <a:xfrm>
              <a:off x="0" y="41329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61" name="Google Shape;1361;p153"/>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362" name="Shape 1362"/>
        <p:cNvGrpSpPr/>
        <p:nvPr/>
      </p:nvGrpSpPr>
      <p:grpSpPr>
        <a:xfrm>
          <a:off x="0" y="0"/>
          <a:ext cx="0" cy="0"/>
          <a:chOff x="0" y="0"/>
          <a:chExt cx="0" cy="0"/>
        </a:xfrm>
      </p:grpSpPr>
      <p:sp>
        <p:nvSpPr>
          <p:cNvPr id="1363" name="Google Shape;1363;p154"/>
          <p:cNvSpPr txBox="1"/>
          <p:nvPr>
            <p:ph type="title"/>
          </p:nvPr>
        </p:nvSpPr>
        <p:spPr>
          <a:xfrm>
            <a:off x="713225" y="737850"/>
            <a:ext cx="4645200" cy="134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64" name="Google Shape;1364;p154"/>
          <p:cNvSpPr txBox="1"/>
          <p:nvPr>
            <p:ph idx="1" type="subTitle"/>
          </p:nvPr>
        </p:nvSpPr>
        <p:spPr>
          <a:xfrm>
            <a:off x="713225" y="2141075"/>
            <a:ext cx="46452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1365" name="Google Shape;1365;p154"/>
          <p:cNvSpPr/>
          <p:nvPr>
            <p:ph idx="2" type="pic"/>
          </p:nvPr>
        </p:nvSpPr>
        <p:spPr>
          <a:xfrm>
            <a:off x="5479825" y="539500"/>
            <a:ext cx="2950800" cy="4064400"/>
          </a:xfrm>
          <a:prstGeom prst="rect">
            <a:avLst/>
          </a:prstGeom>
          <a:noFill/>
          <a:ln>
            <a:noFill/>
          </a:ln>
        </p:spPr>
      </p:sp>
      <p:grpSp>
        <p:nvGrpSpPr>
          <p:cNvPr id="1366" name="Google Shape;1366;p154"/>
          <p:cNvGrpSpPr/>
          <p:nvPr/>
        </p:nvGrpSpPr>
        <p:grpSpPr>
          <a:xfrm>
            <a:off x="7717675" y="3429300"/>
            <a:ext cx="1426200" cy="1714200"/>
            <a:chOff x="7717675" y="3429300"/>
            <a:chExt cx="1426200" cy="1714200"/>
          </a:xfrm>
        </p:grpSpPr>
        <p:sp>
          <p:nvSpPr>
            <p:cNvPr id="1367" name="Google Shape;1367;p154"/>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68" name="Google Shape;1368;p154"/>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69" name="Google Shape;1369;p154"/>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70" name="Google Shape;1370;p154"/>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371" name="Shape 1371"/>
        <p:cNvGrpSpPr/>
        <p:nvPr/>
      </p:nvGrpSpPr>
      <p:grpSpPr>
        <a:xfrm>
          <a:off x="0" y="0"/>
          <a:ext cx="0" cy="0"/>
          <a:chOff x="0" y="0"/>
          <a:chExt cx="0" cy="0"/>
        </a:xfrm>
      </p:grpSpPr>
      <p:sp>
        <p:nvSpPr>
          <p:cNvPr id="1372" name="Google Shape;1372;p155"/>
          <p:cNvSpPr txBox="1"/>
          <p:nvPr>
            <p:ph type="title"/>
          </p:nvPr>
        </p:nvSpPr>
        <p:spPr>
          <a:xfrm>
            <a:off x="4253750" y="769400"/>
            <a:ext cx="39558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73" name="Google Shape;1373;p155"/>
          <p:cNvSpPr txBox="1"/>
          <p:nvPr>
            <p:ph idx="1" type="subTitle"/>
          </p:nvPr>
        </p:nvSpPr>
        <p:spPr>
          <a:xfrm>
            <a:off x="4253750" y="1859617"/>
            <a:ext cx="3684000" cy="127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74" name="Google Shape;1374;p155"/>
          <p:cNvSpPr txBox="1"/>
          <p:nvPr/>
        </p:nvSpPr>
        <p:spPr>
          <a:xfrm>
            <a:off x="4253760" y="3320333"/>
            <a:ext cx="3684000" cy="76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b="1" lang="en" sz="1200" u="sng">
                <a:solidFill>
                  <a:schemeClr val="hlink"/>
                </a:solid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infographics &amp; images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75" name="Shape 1375"/>
        <p:cNvGrpSpPr/>
        <p:nvPr/>
      </p:nvGrpSpPr>
      <p:grpSpPr>
        <a:xfrm>
          <a:off x="0" y="0"/>
          <a:ext cx="0" cy="0"/>
          <a:chOff x="0" y="0"/>
          <a:chExt cx="0" cy="0"/>
        </a:xfrm>
      </p:grpSpPr>
      <p:grpSp>
        <p:nvGrpSpPr>
          <p:cNvPr id="1376" name="Google Shape;1376;p156"/>
          <p:cNvGrpSpPr/>
          <p:nvPr/>
        </p:nvGrpSpPr>
        <p:grpSpPr>
          <a:xfrm>
            <a:off x="335" y="2150"/>
            <a:ext cx="713300" cy="5139225"/>
            <a:chOff x="7468800" y="0"/>
            <a:chExt cx="1675200" cy="5139225"/>
          </a:xfrm>
        </p:grpSpPr>
        <p:sp>
          <p:nvSpPr>
            <p:cNvPr id="1377" name="Google Shape;1377;p156"/>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78" name="Google Shape;1378;p156"/>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79" name="Google Shape;1379;p156"/>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0" name="Google Shape;1380;p156"/>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1" name="Google Shape;1381;p156"/>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2" name="Google Shape;1382;p156"/>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3" name="Google Shape;1383;p156"/>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84" name="Shape 1384"/>
        <p:cNvGrpSpPr/>
        <p:nvPr/>
      </p:nvGrpSpPr>
      <p:grpSpPr>
        <a:xfrm>
          <a:off x="0" y="0"/>
          <a:ext cx="0" cy="0"/>
          <a:chOff x="0" y="0"/>
          <a:chExt cx="0" cy="0"/>
        </a:xfrm>
      </p:grpSpPr>
      <p:grpSp>
        <p:nvGrpSpPr>
          <p:cNvPr id="1385" name="Google Shape;1385;p157"/>
          <p:cNvGrpSpPr/>
          <p:nvPr/>
        </p:nvGrpSpPr>
        <p:grpSpPr>
          <a:xfrm>
            <a:off x="0" y="0"/>
            <a:ext cx="9143875" cy="5143500"/>
            <a:chOff x="0" y="0"/>
            <a:chExt cx="9143875" cy="5143500"/>
          </a:xfrm>
        </p:grpSpPr>
        <p:sp>
          <p:nvSpPr>
            <p:cNvPr id="1386" name="Google Shape;1386;p157"/>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7" name="Google Shape;1387;p157"/>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8" name="Google Shape;1388;p157"/>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89" name="Google Shape;1389;p157"/>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90" name="Google Shape;1390;p157"/>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91" name="Google Shape;1391;p15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4b7a3aa6d_13_0)">
  <p:cSld name="Generated (g3f4b7a3aa6d_13_0)">
    <p:spTree>
      <p:nvGrpSpPr>
        <p:cNvPr id="1392" name="Shape 1392"/>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4b7a3aa6d_6_0)">
  <p:cSld name="Generated (g3f4b7a3aa6d_6_0)">
    <p:spTree>
      <p:nvGrpSpPr>
        <p:cNvPr id="1393" name="Shape 13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6.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0.xml"/><Relationship Id="rId22" Type="http://schemas.openxmlformats.org/officeDocument/2006/relationships/slideLayout" Target="../slideLayouts/slideLayout52.xml"/><Relationship Id="rId21" Type="http://schemas.openxmlformats.org/officeDocument/2006/relationships/slideLayout" Target="../slideLayouts/slideLayout51.xml"/><Relationship Id="rId24" Type="http://schemas.openxmlformats.org/officeDocument/2006/relationships/slideLayout" Target="../slideLayouts/slideLayout54.xml"/><Relationship Id="rId23" Type="http://schemas.openxmlformats.org/officeDocument/2006/relationships/slideLayout" Target="../slideLayouts/slideLayout53.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26" Type="http://schemas.openxmlformats.org/officeDocument/2006/relationships/slideLayout" Target="../slideLayouts/slideLayout56.xml"/><Relationship Id="rId25" Type="http://schemas.openxmlformats.org/officeDocument/2006/relationships/slideLayout" Target="../slideLayouts/slideLayout55.xml"/><Relationship Id="rId28" Type="http://schemas.openxmlformats.org/officeDocument/2006/relationships/slideLayout" Target="../slideLayouts/slideLayout58.xml"/><Relationship Id="rId27" Type="http://schemas.openxmlformats.org/officeDocument/2006/relationships/slideLayout" Target="../slideLayouts/slideLayout57.xml"/><Relationship Id="rId5" Type="http://schemas.openxmlformats.org/officeDocument/2006/relationships/slideLayout" Target="../slideLayouts/slideLayout35.xml"/><Relationship Id="rId6" Type="http://schemas.openxmlformats.org/officeDocument/2006/relationships/slideLayout" Target="../slideLayouts/slideLayout36.xml"/><Relationship Id="rId29" Type="http://schemas.openxmlformats.org/officeDocument/2006/relationships/slideLayout" Target="../slideLayouts/slideLayout59.xml"/><Relationship Id="rId7" Type="http://schemas.openxmlformats.org/officeDocument/2006/relationships/slideLayout" Target="../slideLayouts/slideLayout37.xml"/><Relationship Id="rId8" Type="http://schemas.openxmlformats.org/officeDocument/2006/relationships/slideLayout" Target="../slideLayouts/slideLayout38.xml"/><Relationship Id="rId31" Type="http://schemas.openxmlformats.org/officeDocument/2006/relationships/slideLayout" Target="../slideLayouts/slideLayout61.xml"/><Relationship Id="rId30" Type="http://schemas.openxmlformats.org/officeDocument/2006/relationships/slideLayout" Target="../slideLayouts/slideLayout60.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32" Type="http://schemas.openxmlformats.org/officeDocument/2006/relationships/theme" Target="../theme/theme5.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19" Type="http://schemas.openxmlformats.org/officeDocument/2006/relationships/slideLayout" Target="../slideLayouts/slideLayout49.xml"/><Relationship Id="rId18" Type="http://schemas.openxmlformats.org/officeDocument/2006/relationships/slideLayout" Target="../slideLayouts/slideLayout48.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1.xml"/><Relationship Id="rId22" Type="http://schemas.openxmlformats.org/officeDocument/2006/relationships/slideLayout" Target="../slideLayouts/slideLayout83.xml"/><Relationship Id="rId21" Type="http://schemas.openxmlformats.org/officeDocument/2006/relationships/slideLayout" Target="../slideLayouts/slideLayout82.xml"/><Relationship Id="rId24" Type="http://schemas.openxmlformats.org/officeDocument/2006/relationships/slideLayout" Target="../slideLayouts/slideLayout85.xml"/><Relationship Id="rId23" Type="http://schemas.openxmlformats.org/officeDocument/2006/relationships/slideLayout" Target="../slideLayouts/slideLayout84.xml"/><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9" Type="http://schemas.openxmlformats.org/officeDocument/2006/relationships/slideLayout" Target="../slideLayouts/slideLayout70.xml"/><Relationship Id="rId26" Type="http://schemas.openxmlformats.org/officeDocument/2006/relationships/slideLayout" Target="../slideLayouts/slideLayout87.xml"/><Relationship Id="rId25" Type="http://schemas.openxmlformats.org/officeDocument/2006/relationships/slideLayout" Target="../slideLayouts/slideLayout86.xml"/><Relationship Id="rId28" Type="http://schemas.openxmlformats.org/officeDocument/2006/relationships/slideLayout" Target="../slideLayouts/slideLayout89.xml"/><Relationship Id="rId27" Type="http://schemas.openxmlformats.org/officeDocument/2006/relationships/slideLayout" Target="../slideLayouts/slideLayout88.xml"/><Relationship Id="rId5" Type="http://schemas.openxmlformats.org/officeDocument/2006/relationships/slideLayout" Target="../slideLayouts/slideLayout66.xml"/><Relationship Id="rId6" Type="http://schemas.openxmlformats.org/officeDocument/2006/relationships/slideLayout" Target="../slideLayouts/slideLayout67.xml"/><Relationship Id="rId29" Type="http://schemas.openxmlformats.org/officeDocument/2006/relationships/slideLayout" Target="../slideLayouts/slideLayout90.xml"/><Relationship Id="rId7" Type="http://schemas.openxmlformats.org/officeDocument/2006/relationships/slideLayout" Target="../slideLayouts/slideLayout68.xml"/><Relationship Id="rId8" Type="http://schemas.openxmlformats.org/officeDocument/2006/relationships/slideLayout" Target="../slideLayouts/slideLayout69.xml"/><Relationship Id="rId31" Type="http://schemas.openxmlformats.org/officeDocument/2006/relationships/slideLayout" Target="../slideLayouts/slideLayout92.xml"/><Relationship Id="rId30" Type="http://schemas.openxmlformats.org/officeDocument/2006/relationships/slideLayout" Target="../slideLayouts/slideLayout91.xml"/><Relationship Id="rId11" Type="http://schemas.openxmlformats.org/officeDocument/2006/relationships/slideLayout" Target="../slideLayouts/slideLayout72.xml"/><Relationship Id="rId10" Type="http://schemas.openxmlformats.org/officeDocument/2006/relationships/slideLayout" Target="../slideLayouts/slideLayout71.xml"/><Relationship Id="rId32" Type="http://schemas.openxmlformats.org/officeDocument/2006/relationships/theme" Target="../theme/theme2.xml"/><Relationship Id="rId13" Type="http://schemas.openxmlformats.org/officeDocument/2006/relationships/slideLayout" Target="../slideLayouts/slideLayout74.xml"/><Relationship Id="rId12" Type="http://schemas.openxmlformats.org/officeDocument/2006/relationships/slideLayout" Target="../slideLayouts/slideLayout73.xml"/><Relationship Id="rId15" Type="http://schemas.openxmlformats.org/officeDocument/2006/relationships/slideLayout" Target="../slideLayouts/slideLayout76.xml"/><Relationship Id="rId14" Type="http://schemas.openxmlformats.org/officeDocument/2006/relationships/slideLayout" Target="../slideLayouts/slideLayout75.xml"/><Relationship Id="rId17" Type="http://schemas.openxmlformats.org/officeDocument/2006/relationships/slideLayout" Target="../slideLayouts/slideLayout78.xml"/><Relationship Id="rId16" Type="http://schemas.openxmlformats.org/officeDocument/2006/relationships/slideLayout" Target="../slideLayouts/slideLayout77.xml"/><Relationship Id="rId19" Type="http://schemas.openxmlformats.org/officeDocument/2006/relationships/slideLayout" Target="../slideLayouts/slideLayout80.xml"/><Relationship Id="rId18" Type="http://schemas.openxmlformats.org/officeDocument/2006/relationships/slideLayout" Target="../slideLayouts/slideLayout79.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112.xml"/><Relationship Id="rId22" Type="http://schemas.openxmlformats.org/officeDocument/2006/relationships/slideLayout" Target="../slideLayouts/slideLayout114.xml"/><Relationship Id="rId21" Type="http://schemas.openxmlformats.org/officeDocument/2006/relationships/slideLayout" Target="../slideLayouts/slideLayout113.xml"/><Relationship Id="rId24" Type="http://schemas.openxmlformats.org/officeDocument/2006/relationships/slideLayout" Target="../slideLayouts/slideLayout116.xml"/><Relationship Id="rId23" Type="http://schemas.openxmlformats.org/officeDocument/2006/relationships/slideLayout" Target="../slideLayouts/slideLayout115.xml"/><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26" Type="http://schemas.openxmlformats.org/officeDocument/2006/relationships/slideLayout" Target="../slideLayouts/slideLayout118.xml"/><Relationship Id="rId25" Type="http://schemas.openxmlformats.org/officeDocument/2006/relationships/slideLayout" Target="../slideLayouts/slideLayout117.xml"/><Relationship Id="rId28" Type="http://schemas.openxmlformats.org/officeDocument/2006/relationships/slideLayout" Target="../slideLayouts/slideLayout120.xml"/><Relationship Id="rId27" Type="http://schemas.openxmlformats.org/officeDocument/2006/relationships/slideLayout" Target="../slideLayouts/slideLayout119.xml"/><Relationship Id="rId5" Type="http://schemas.openxmlformats.org/officeDocument/2006/relationships/slideLayout" Target="../slideLayouts/slideLayout97.xml"/><Relationship Id="rId6" Type="http://schemas.openxmlformats.org/officeDocument/2006/relationships/slideLayout" Target="../slideLayouts/slideLayout98.xml"/><Relationship Id="rId29" Type="http://schemas.openxmlformats.org/officeDocument/2006/relationships/slideLayout" Target="../slideLayouts/slideLayout121.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31" Type="http://schemas.openxmlformats.org/officeDocument/2006/relationships/theme" Target="../theme/theme1.xml"/><Relationship Id="rId30" Type="http://schemas.openxmlformats.org/officeDocument/2006/relationships/slideLayout" Target="../slideLayouts/slideLayout122.xml"/><Relationship Id="rId11" Type="http://schemas.openxmlformats.org/officeDocument/2006/relationships/slideLayout" Target="../slideLayouts/slideLayout103.xml"/><Relationship Id="rId10" Type="http://schemas.openxmlformats.org/officeDocument/2006/relationships/slideLayout" Target="../slideLayouts/slideLayout102.xml"/><Relationship Id="rId13" Type="http://schemas.openxmlformats.org/officeDocument/2006/relationships/slideLayout" Target="../slideLayouts/slideLayout105.xml"/><Relationship Id="rId12" Type="http://schemas.openxmlformats.org/officeDocument/2006/relationships/slideLayout" Target="../slideLayouts/slideLayout104.xml"/><Relationship Id="rId15" Type="http://schemas.openxmlformats.org/officeDocument/2006/relationships/slideLayout" Target="../slideLayouts/slideLayout107.xml"/><Relationship Id="rId14" Type="http://schemas.openxmlformats.org/officeDocument/2006/relationships/slideLayout" Target="../slideLayouts/slideLayout106.xml"/><Relationship Id="rId17" Type="http://schemas.openxmlformats.org/officeDocument/2006/relationships/slideLayout" Target="../slideLayouts/slideLayout109.xml"/><Relationship Id="rId16" Type="http://schemas.openxmlformats.org/officeDocument/2006/relationships/slideLayout" Target="../slideLayouts/slideLayout108.xml"/><Relationship Id="rId19" Type="http://schemas.openxmlformats.org/officeDocument/2006/relationships/slideLayout" Target="../slideLayouts/slideLayout111.xml"/><Relationship Id="rId18" Type="http://schemas.openxmlformats.org/officeDocument/2006/relationships/slideLayout" Target="../slideLayouts/slideLayout110.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42.xml"/><Relationship Id="rId22" Type="http://schemas.openxmlformats.org/officeDocument/2006/relationships/slideLayout" Target="../slideLayouts/slideLayout144.xml"/><Relationship Id="rId21" Type="http://schemas.openxmlformats.org/officeDocument/2006/relationships/slideLayout" Target="../slideLayouts/slideLayout143.xml"/><Relationship Id="rId24" Type="http://schemas.openxmlformats.org/officeDocument/2006/relationships/slideLayout" Target="../slideLayouts/slideLayout146.xml"/><Relationship Id="rId23" Type="http://schemas.openxmlformats.org/officeDocument/2006/relationships/slideLayout" Target="../slideLayouts/slideLayout145.xml"/><Relationship Id="rId1" Type="http://schemas.openxmlformats.org/officeDocument/2006/relationships/slideLayout" Target="../slideLayouts/slideLayout123.xml"/><Relationship Id="rId2" Type="http://schemas.openxmlformats.org/officeDocument/2006/relationships/slideLayout" Target="../slideLayouts/slideLayout124.xml"/><Relationship Id="rId3" Type="http://schemas.openxmlformats.org/officeDocument/2006/relationships/slideLayout" Target="../slideLayouts/slideLayout125.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26" Type="http://schemas.openxmlformats.org/officeDocument/2006/relationships/slideLayout" Target="../slideLayouts/slideLayout148.xml"/><Relationship Id="rId25" Type="http://schemas.openxmlformats.org/officeDocument/2006/relationships/slideLayout" Target="../slideLayouts/slideLayout147.xml"/><Relationship Id="rId28" Type="http://schemas.openxmlformats.org/officeDocument/2006/relationships/slideLayout" Target="../slideLayouts/slideLayout150.xml"/><Relationship Id="rId27" Type="http://schemas.openxmlformats.org/officeDocument/2006/relationships/slideLayout" Target="../slideLayouts/slideLayout149.xml"/><Relationship Id="rId5" Type="http://schemas.openxmlformats.org/officeDocument/2006/relationships/slideLayout" Target="../slideLayouts/slideLayout127.xml"/><Relationship Id="rId6" Type="http://schemas.openxmlformats.org/officeDocument/2006/relationships/slideLayout" Target="../slideLayouts/slideLayout128.xml"/><Relationship Id="rId29" Type="http://schemas.openxmlformats.org/officeDocument/2006/relationships/slideLayout" Target="../slideLayouts/slideLayout151.xml"/><Relationship Id="rId7" Type="http://schemas.openxmlformats.org/officeDocument/2006/relationships/slideLayout" Target="../slideLayouts/slideLayout129.xml"/><Relationship Id="rId8" Type="http://schemas.openxmlformats.org/officeDocument/2006/relationships/slideLayout" Target="../slideLayouts/slideLayout130.xml"/><Relationship Id="rId31" Type="http://schemas.openxmlformats.org/officeDocument/2006/relationships/slideLayout" Target="../slideLayouts/slideLayout153.xml"/><Relationship Id="rId30" Type="http://schemas.openxmlformats.org/officeDocument/2006/relationships/slideLayout" Target="../slideLayouts/slideLayout152.xml"/><Relationship Id="rId11" Type="http://schemas.openxmlformats.org/officeDocument/2006/relationships/slideLayout" Target="../slideLayouts/slideLayout133.xml"/><Relationship Id="rId33" Type="http://schemas.openxmlformats.org/officeDocument/2006/relationships/theme" Target="../theme/theme4.xml"/><Relationship Id="rId10" Type="http://schemas.openxmlformats.org/officeDocument/2006/relationships/slideLayout" Target="../slideLayouts/slideLayout132.xml"/><Relationship Id="rId32" Type="http://schemas.openxmlformats.org/officeDocument/2006/relationships/slideLayout" Target="../slideLayouts/slideLayout154.xml"/><Relationship Id="rId13" Type="http://schemas.openxmlformats.org/officeDocument/2006/relationships/slideLayout" Target="../slideLayouts/slideLayout135.xml"/><Relationship Id="rId12" Type="http://schemas.openxmlformats.org/officeDocument/2006/relationships/slideLayout" Target="../slideLayouts/slideLayout134.xml"/><Relationship Id="rId15" Type="http://schemas.openxmlformats.org/officeDocument/2006/relationships/slideLayout" Target="../slideLayouts/slideLayout137.xml"/><Relationship Id="rId14" Type="http://schemas.openxmlformats.org/officeDocument/2006/relationships/slideLayout" Target="../slideLayouts/slideLayout136.xml"/><Relationship Id="rId17" Type="http://schemas.openxmlformats.org/officeDocument/2006/relationships/slideLayout" Target="../slideLayouts/slideLayout139.xml"/><Relationship Id="rId16" Type="http://schemas.openxmlformats.org/officeDocument/2006/relationships/slideLayout" Target="../slideLayouts/slideLayout138.xml"/><Relationship Id="rId19" Type="http://schemas.openxmlformats.org/officeDocument/2006/relationships/slideLayout" Target="../slideLayouts/slideLayout141.xml"/><Relationship Id="rId18" Type="http://schemas.openxmlformats.org/officeDocument/2006/relationships/slideLayout" Target="../slideLayouts/slideLayout1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indent="-304800" lvl="1" marL="914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indent="-304800" lvl="2" marL="1371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indent="-304800" lvl="3" marL="1828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indent="-304800" lvl="4" marL="22860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indent="-304800" lvl="5" marL="2743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indent="-304800" lvl="6" marL="3200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indent="-304800" lvl="7" marL="3657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indent="-304800" lvl="8" marL="411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2" name="Shape 282"/>
        <p:cNvGrpSpPr/>
        <p:nvPr/>
      </p:nvGrpSpPr>
      <p:grpSpPr>
        <a:xfrm>
          <a:off x="0" y="0"/>
          <a:ext cx="0" cy="0"/>
          <a:chOff x="0" y="0"/>
          <a:chExt cx="0" cy="0"/>
        </a:xfrm>
      </p:grpSpPr>
      <p:sp>
        <p:nvSpPr>
          <p:cNvPr id="283" name="Google Shape;283;p3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p:txBody>
      </p:sp>
      <p:sp>
        <p:nvSpPr>
          <p:cNvPr id="284" name="Google Shape;284;p3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indent="-304800" lvl="1" marL="914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indent="-304800" lvl="2" marL="1371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indent="-304800" lvl="3" marL="1828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indent="-304800" lvl="4" marL="22860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indent="-304800" lvl="5" marL="2743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indent="-304800" lvl="6" marL="3200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indent="-304800" lvl="7" marL="3657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indent="-304800" lvl="8" marL="411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60" name="Shape 560"/>
        <p:cNvGrpSpPr/>
        <p:nvPr/>
      </p:nvGrpSpPr>
      <p:grpSpPr>
        <a:xfrm>
          <a:off x="0" y="0"/>
          <a:ext cx="0" cy="0"/>
          <a:chOff x="0" y="0"/>
          <a:chExt cx="0" cy="0"/>
        </a:xfrm>
      </p:grpSpPr>
      <p:sp>
        <p:nvSpPr>
          <p:cNvPr id="561" name="Google Shape;561;p6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p:txBody>
      </p:sp>
      <p:sp>
        <p:nvSpPr>
          <p:cNvPr id="562" name="Google Shape;562;p6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indent="-304800" lvl="1" marL="914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indent="-304800" lvl="2" marL="1371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indent="-304800" lvl="3" marL="1828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indent="-304800" lvl="4" marL="22860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indent="-304800" lvl="5" marL="2743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indent="-304800" lvl="6" marL="3200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indent="-304800" lvl="7" marL="3657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indent="-304800" lvl="8" marL="411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38" name="Shape 838"/>
        <p:cNvGrpSpPr/>
        <p:nvPr/>
      </p:nvGrpSpPr>
      <p:grpSpPr>
        <a:xfrm>
          <a:off x="0" y="0"/>
          <a:ext cx="0" cy="0"/>
          <a:chOff x="0" y="0"/>
          <a:chExt cx="0" cy="0"/>
        </a:xfrm>
      </p:grpSpPr>
      <p:sp>
        <p:nvSpPr>
          <p:cNvPr id="839" name="Google Shape;839;p9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p:txBody>
      </p:sp>
      <p:sp>
        <p:nvSpPr>
          <p:cNvPr id="840" name="Google Shape;840;p9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indent="-304800" lvl="1" marL="914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indent="-304800" lvl="2" marL="1371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indent="-304800" lvl="3" marL="1828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indent="-304800" lvl="4" marL="22860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indent="-304800" lvl="5" marL="2743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indent="-304800" lvl="6" marL="3200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indent="-304800" lvl="7" marL="3657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indent="-304800" lvl="8" marL="411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 id="2147483767" r:id="rId28"/>
    <p:sldLayoutId id="2147483768" r:id="rId29"/>
    <p:sldLayoutId id="2147483769"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15" name="Shape 1115"/>
        <p:cNvGrpSpPr/>
        <p:nvPr/>
      </p:nvGrpSpPr>
      <p:grpSpPr>
        <a:xfrm>
          <a:off x="0" y="0"/>
          <a:ext cx="0" cy="0"/>
          <a:chOff x="0" y="0"/>
          <a:chExt cx="0" cy="0"/>
        </a:xfrm>
      </p:grpSpPr>
      <p:sp>
        <p:nvSpPr>
          <p:cNvPr id="1116" name="Google Shape;1116;p12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p:txBody>
      </p:sp>
      <p:sp>
        <p:nvSpPr>
          <p:cNvPr id="1117" name="Google Shape;1117;p12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indent="-304800" lvl="1" marL="914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indent="-304800" lvl="2" marL="1371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indent="-304800" lvl="3" marL="1828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indent="-304800" lvl="4" marL="22860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indent="-304800" lvl="5" marL="2743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indent="-304800" lvl="6" marL="3200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indent="-304800" lvl="7" marL="3657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indent="-304800" lvl="8" marL="411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 id="2147483790" r:id="rId21"/>
    <p:sldLayoutId id="2147483791" r:id="rId22"/>
    <p:sldLayoutId id="2147483792" r:id="rId23"/>
    <p:sldLayoutId id="2147483793" r:id="rId24"/>
    <p:sldLayoutId id="2147483794" r:id="rId25"/>
    <p:sldLayoutId id="2147483795" r:id="rId26"/>
    <p:sldLayoutId id="2147483796" r:id="rId27"/>
    <p:sldLayoutId id="2147483797" r:id="rId28"/>
    <p:sldLayoutId id="2147483798" r:id="rId29"/>
    <p:sldLayoutId id="2147483799" r:id="rId30"/>
    <p:sldLayoutId id="2147483800" r:id="rId31"/>
    <p:sldLayoutId id="2147483801"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comments" Target="../comments/comment3.xml"/><Relationship Id="rId4" Type="http://schemas.openxmlformats.org/officeDocument/2006/relationships/image" Target="../media/image19.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comments" Target="../comments/commen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comments" Target="../comments/comment5.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comments" Target="../comments/commen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comments" Target="../comments/comment7.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grpSp>
        <p:nvGrpSpPr>
          <p:cNvPr id="1398" name="Google Shape;1398;p160"/>
          <p:cNvGrpSpPr/>
          <p:nvPr/>
        </p:nvGrpSpPr>
        <p:grpSpPr>
          <a:xfrm>
            <a:off x="9043690" y="2150"/>
            <a:ext cx="100512" cy="5139225"/>
            <a:chOff x="7468800" y="0"/>
            <a:chExt cx="1675200" cy="5139225"/>
          </a:xfrm>
        </p:grpSpPr>
        <p:grpSp>
          <p:nvGrpSpPr>
            <p:cNvPr id="1399" name="Google Shape;1399;p160"/>
            <p:cNvGrpSpPr/>
            <p:nvPr/>
          </p:nvGrpSpPr>
          <p:grpSpPr>
            <a:xfrm>
              <a:off x="7468800" y="0"/>
              <a:ext cx="1675200" cy="5139225"/>
              <a:chOff x="7468800" y="0"/>
              <a:chExt cx="1675200" cy="5139225"/>
            </a:xfrm>
          </p:grpSpPr>
          <p:sp>
            <p:nvSpPr>
              <p:cNvPr id="1400" name="Google Shape;1400;p160"/>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01" name="Google Shape;1401;p160"/>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02" name="Google Shape;1402;p160"/>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03" name="Google Shape;1403;p160"/>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04" name="Google Shape;1404;p160"/>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05" name="Google Shape;1405;p160"/>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406" name="Google Shape;1406;p160"/>
            <p:cNvSpPr/>
            <p:nvPr/>
          </p:nvSpPr>
          <p:spPr>
            <a:xfrm>
              <a:off x="7468800" y="2491500"/>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p:txBody>
        </p:sp>
      </p:grpSp>
      <p:sp>
        <p:nvSpPr>
          <p:cNvPr id="1407" name="Google Shape;1407;p160"/>
          <p:cNvSpPr txBox="1"/>
          <p:nvPr>
            <p:ph type="title"/>
          </p:nvPr>
        </p:nvSpPr>
        <p:spPr>
          <a:xfrm>
            <a:off x="720000" y="1123150"/>
            <a:ext cx="7704000" cy="7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latin typeface="Be Vietnam Pro"/>
                <a:ea typeface="Be Vietnam Pro"/>
                <a:cs typeface="Be Vietnam Pro"/>
                <a:sym typeface="Be Vietnam Pro"/>
              </a:rPr>
              <a:t>Phân tích tỷ lệ chuyển đổi:</a:t>
            </a:r>
            <a:endParaRPr b="1" sz="4000">
              <a:latin typeface="Be Vietnam Pro"/>
              <a:ea typeface="Be Vietnam Pro"/>
              <a:cs typeface="Be Vietnam Pro"/>
              <a:sym typeface="Be Vietnam Pro"/>
            </a:endParaRPr>
          </a:p>
        </p:txBody>
      </p:sp>
      <p:sp>
        <p:nvSpPr>
          <p:cNvPr id="1408" name="Google Shape;1408;p160"/>
          <p:cNvSpPr txBox="1"/>
          <p:nvPr>
            <p:ph idx="4294967295" type="subTitle"/>
          </p:nvPr>
        </p:nvSpPr>
        <p:spPr>
          <a:xfrm>
            <a:off x="833324" y="3906950"/>
            <a:ext cx="60654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2"/>
                </a:solidFill>
                <a:latin typeface="Be Vietnam Pro"/>
                <a:ea typeface="Be Vietnam Pro"/>
                <a:cs typeface="Be Vietnam Pro"/>
                <a:sym typeface="Be Vietnam Pro"/>
              </a:rPr>
              <a:t>Báo cáo phân tích - Nguyễn Đức Phúc Kiên</a:t>
            </a:r>
            <a:endParaRPr i="1">
              <a:solidFill>
                <a:schemeClr val="lt2"/>
              </a:solidFill>
              <a:latin typeface="Be Vietnam Pro"/>
              <a:ea typeface="Be Vietnam Pro"/>
              <a:cs typeface="Be Vietnam Pro"/>
              <a:sym typeface="Be Vietnam Pro"/>
            </a:endParaRPr>
          </a:p>
        </p:txBody>
      </p:sp>
      <p:sp>
        <p:nvSpPr>
          <p:cNvPr id="1409" name="Google Shape;1409;p160"/>
          <p:cNvSpPr/>
          <p:nvPr/>
        </p:nvSpPr>
        <p:spPr>
          <a:xfrm>
            <a:off x="833327" y="1003866"/>
            <a:ext cx="1449900" cy="50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10" name="Google Shape;1410;p160"/>
          <p:cNvSpPr txBox="1"/>
          <p:nvPr>
            <p:ph idx="4294967295" type="ctrTitle"/>
          </p:nvPr>
        </p:nvSpPr>
        <p:spPr>
          <a:xfrm>
            <a:off x="720000" y="1880525"/>
            <a:ext cx="6651600" cy="100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latin typeface="Be Vietnam Pro"/>
                <a:ea typeface="Be Vietnam Pro"/>
                <a:cs typeface="Be Vietnam Pro"/>
                <a:sym typeface="Be Vietnam Pro"/>
              </a:rPr>
              <a:t>Tối đa hóa trải nghiệm khách hàng</a:t>
            </a:r>
            <a:endParaRPr sz="2500">
              <a:latin typeface="Be Vietnam Pro"/>
              <a:ea typeface="Be Vietnam Pro"/>
              <a:cs typeface="Be Vietnam Pro"/>
              <a:sym typeface="Be Vietnam Pro"/>
            </a:endParaRPr>
          </a:p>
          <a:p>
            <a:pPr indent="0" lvl="0" marL="0" rtl="0" algn="l">
              <a:spcBef>
                <a:spcPts val="0"/>
              </a:spcBef>
              <a:spcAft>
                <a:spcPts val="0"/>
              </a:spcAft>
              <a:buNone/>
            </a:pPr>
            <a:r>
              <a:rPr lang="en" sz="2500">
                <a:latin typeface="Be Vietnam Pro"/>
                <a:ea typeface="Be Vietnam Pro"/>
                <a:cs typeface="Be Vietnam Pro"/>
                <a:sym typeface="Be Vietnam Pro"/>
              </a:rPr>
              <a:t>và kết quả A/B testing</a:t>
            </a:r>
            <a:endParaRPr sz="2500">
              <a:latin typeface="Be Vietnam Pro"/>
              <a:ea typeface="Be Vietnam Pro"/>
              <a:cs typeface="Be Vietnam Pro"/>
              <a:sym typeface="Be Vietnam Pro"/>
            </a:endParaRPr>
          </a:p>
        </p:txBody>
      </p:sp>
      <p:sp>
        <p:nvSpPr>
          <p:cNvPr id="1411" name="Google Shape;1411;p160"/>
          <p:cNvSpPr/>
          <p:nvPr/>
        </p:nvSpPr>
        <p:spPr>
          <a:xfrm>
            <a:off x="547125" y="148675"/>
            <a:ext cx="1736100" cy="414600"/>
          </a:xfrm>
          <a:prstGeom prst="rect">
            <a:avLst/>
          </a:prstGeom>
          <a:solidFill>
            <a:srgbClr val="FAFAFA"/>
          </a:solidFill>
          <a:ln cap="flat" cmpd="sng" w="9525">
            <a:solidFill>
              <a:srgbClr val="FAFAFA"/>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AFAFA"/>
              </a:solidFill>
              <a:latin typeface="Raleway Medium"/>
              <a:ea typeface="Raleway Medium"/>
              <a:cs typeface="Raleway Medium"/>
              <a:sym typeface="Raleway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16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Be Vietnam Pro"/>
                <a:ea typeface="Be Vietnam Pro"/>
                <a:cs typeface="Be Vietnam Pro"/>
                <a:sym typeface="Be Vietnam Pro"/>
              </a:rPr>
              <a:t>Tổng quan các chỉ số</a:t>
            </a:r>
            <a:endParaRPr b="1">
              <a:latin typeface="Be Vietnam Pro"/>
              <a:ea typeface="Be Vietnam Pro"/>
              <a:cs typeface="Be Vietnam Pro"/>
              <a:sym typeface="Be Vietnam Pro"/>
            </a:endParaRPr>
          </a:p>
        </p:txBody>
      </p:sp>
      <p:sp>
        <p:nvSpPr>
          <p:cNvPr id="1417" name="Google Shape;1417;p161"/>
          <p:cNvSpPr txBox="1"/>
          <p:nvPr>
            <p:ph idx="2" type="title"/>
          </p:nvPr>
        </p:nvSpPr>
        <p:spPr>
          <a:xfrm>
            <a:off x="720000" y="1615675"/>
            <a:ext cx="1410000" cy="731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Be Vietnam Pro"/>
                <a:ea typeface="Be Vietnam Pro"/>
                <a:cs typeface="Be Vietnam Pro"/>
                <a:sym typeface="Be Vietnam Pro"/>
              </a:rPr>
              <a:t>61.02%</a:t>
            </a:r>
            <a:endParaRPr b="1" sz="2100">
              <a:solidFill>
                <a:schemeClr val="dk1"/>
              </a:solidFill>
              <a:latin typeface="Be Vietnam Pro"/>
              <a:ea typeface="Be Vietnam Pro"/>
              <a:cs typeface="Be Vietnam Pro"/>
              <a:sym typeface="Be Vietnam Pro"/>
            </a:endParaRPr>
          </a:p>
        </p:txBody>
      </p:sp>
      <p:sp>
        <p:nvSpPr>
          <p:cNvPr id="1418" name="Google Shape;1418;p161"/>
          <p:cNvSpPr txBox="1"/>
          <p:nvPr>
            <p:ph idx="1" type="subTitle"/>
          </p:nvPr>
        </p:nvSpPr>
        <p:spPr>
          <a:xfrm>
            <a:off x="2129850" y="1762350"/>
            <a:ext cx="23211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Gross profit margin</a:t>
            </a:r>
            <a:endParaRPr b="1" sz="1500">
              <a:latin typeface="Be Vietnam Pro"/>
              <a:ea typeface="Be Vietnam Pro"/>
              <a:cs typeface="Be Vietnam Pro"/>
              <a:sym typeface="Be Vietnam Pro"/>
            </a:endParaRPr>
          </a:p>
        </p:txBody>
      </p:sp>
      <p:sp>
        <p:nvSpPr>
          <p:cNvPr id="1419" name="Google Shape;1419;p161"/>
          <p:cNvSpPr txBox="1"/>
          <p:nvPr>
            <p:ph idx="2" type="title"/>
          </p:nvPr>
        </p:nvSpPr>
        <p:spPr>
          <a:xfrm>
            <a:off x="720000" y="2652250"/>
            <a:ext cx="1410000" cy="731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Be Vietnam Pro"/>
                <a:ea typeface="Be Vietnam Pro"/>
                <a:cs typeface="Be Vietnam Pro"/>
                <a:sym typeface="Be Vietnam Pro"/>
              </a:rPr>
              <a:t>$59.99</a:t>
            </a:r>
            <a:endParaRPr b="1" sz="2100">
              <a:solidFill>
                <a:schemeClr val="dk1"/>
              </a:solidFill>
              <a:latin typeface="Be Vietnam Pro"/>
              <a:ea typeface="Be Vietnam Pro"/>
              <a:cs typeface="Be Vietnam Pro"/>
              <a:sym typeface="Be Vietnam Pro"/>
            </a:endParaRPr>
          </a:p>
        </p:txBody>
      </p:sp>
      <p:sp>
        <p:nvSpPr>
          <p:cNvPr id="1420" name="Google Shape;1420;p161"/>
          <p:cNvSpPr txBox="1"/>
          <p:nvPr>
            <p:ph idx="1" type="subTitle"/>
          </p:nvPr>
        </p:nvSpPr>
        <p:spPr>
          <a:xfrm>
            <a:off x="2130000" y="2798925"/>
            <a:ext cx="14865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AOV</a:t>
            </a:r>
            <a:endParaRPr b="1" sz="1500">
              <a:latin typeface="Be Vietnam Pro"/>
              <a:ea typeface="Be Vietnam Pro"/>
              <a:cs typeface="Be Vietnam Pro"/>
              <a:sym typeface="Be Vietnam Pro"/>
            </a:endParaRPr>
          </a:p>
        </p:txBody>
      </p:sp>
      <p:sp>
        <p:nvSpPr>
          <p:cNvPr id="1421" name="Google Shape;1421;p161"/>
          <p:cNvSpPr txBox="1"/>
          <p:nvPr>
            <p:ph idx="2" type="title"/>
          </p:nvPr>
        </p:nvSpPr>
        <p:spPr>
          <a:xfrm>
            <a:off x="720000" y="3688825"/>
            <a:ext cx="1410000" cy="731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6B65"/>
                </a:solidFill>
                <a:latin typeface="Be Vietnam Pro"/>
                <a:ea typeface="Be Vietnam Pro"/>
                <a:cs typeface="Be Vietnam Pro"/>
                <a:sym typeface="Be Vietnam Pro"/>
              </a:rPr>
              <a:t>$85,339</a:t>
            </a:r>
            <a:endParaRPr b="1" sz="2100">
              <a:solidFill>
                <a:srgbClr val="FF6B65"/>
              </a:solidFill>
              <a:latin typeface="Be Vietnam Pro"/>
              <a:ea typeface="Be Vietnam Pro"/>
              <a:cs typeface="Be Vietnam Pro"/>
              <a:sym typeface="Be Vietnam Pro"/>
            </a:endParaRPr>
          </a:p>
        </p:txBody>
      </p:sp>
      <p:sp>
        <p:nvSpPr>
          <p:cNvPr id="1422" name="Google Shape;1422;p161"/>
          <p:cNvSpPr txBox="1"/>
          <p:nvPr>
            <p:ph idx="1" type="subTitle"/>
          </p:nvPr>
        </p:nvSpPr>
        <p:spPr>
          <a:xfrm>
            <a:off x="2129850" y="3835500"/>
            <a:ext cx="21225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Refund amount</a:t>
            </a:r>
            <a:endParaRPr b="1" sz="1500">
              <a:latin typeface="Be Vietnam Pro"/>
              <a:ea typeface="Be Vietnam Pro"/>
              <a:cs typeface="Be Vietnam Pro"/>
              <a:sym typeface="Be Vietnam Pro"/>
            </a:endParaRPr>
          </a:p>
        </p:txBody>
      </p:sp>
      <p:sp>
        <p:nvSpPr>
          <p:cNvPr id="1423" name="Google Shape;1423;p161"/>
          <p:cNvSpPr txBox="1"/>
          <p:nvPr>
            <p:ph idx="2" type="title"/>
          </p:nvPr>
        </p:nvSpPr>
        <p:spPr>
          <a:xfrm>
            <a:off x="4713875" y="1615675"/>
            <a:ext cx="1410000" cy="7314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Be Vietnam Pro"/>
                <a:ea typeface="Be Vietnam Pro"/>
                <a:cs typeface="Be Vietnam Pro"/>
                <a:sym typeface="Be Vietnam Pro"/>
              </a:rPr>
              <a:t>$1,853K</a:t>
            </a:r>
            <a:endParaRPr b="1" sz="2100">
              <a:solidFill>
                <a:schemeClr val="dk1"/>
              </a:solidFill>
              <a:latin typeface="Be Vietnam Pro"/>
              <a:ea typeface="Be Vietnam Pro"/>
              <a:cs typeface="Be Vietnam Pro"/>
              <a:sym typeface="Be Vietnam Pro"/>
            </a:endParaRPr>
          </a:p>
        </p:txBody>
      </p:sp>
      <p:sp>
        <p:nvSpPr>
          <p:cNvPr id="1424" name="Google Shape;1424;p161"/>
          <p:cNvSpPr txBox="1"/>
          <p:nvPr>
            <p:ph idx="1" type="subTitle"/>
          </p:nvPr>
        </p:nvSpPr>
        <p:spPr>
          <a:xfrm>
            <a:off x="6123725" y="1762350"/>
            <a:ext cx="21225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Net revenue</a:t>
            </a:r>
            <a:endParaRPr b="1" sz="1500">
              <a:latin typeface="Be Vietnam Pro"/>
              <a:ea typeface="Be Vietnam Pro"/>
              <a:cs typeface="Be Vietnam Pro"/>
              <a:sym typeface="Be Vietnam Pro"/>
            </a:endParaRPr>
          </a:p>
        </p:txBody>
      </p:sp>
      <p:sp>
        <p:nvSpPr>
          <p:cNvPr id="1425" name="Google Shape;1425;p161"/>
          <p:cNvSpPr txBox="1"/>
          <p:nvPr>
            <p:ph idx="2" type="title"/>
          </p:nvPr>
        </p:nvSpPr>
        <p:spPr>
          <a:xfrm>
            <a:off x="4713875" y="2652225"/>
            <a:ext cx="14100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Be Vietnam Pro"/>
                <a:ea typeface="Be Vietnam Pro"/>
                <a:cs typeface="Be Vietnam Pro"/>
                <a:sym typeface="Be Vietnam Pro"/>
              </a:rPr>
              <a:t>6.83%</a:t>
            </a:r>
            <a:endParaRPr b="1" sz="2100">
              <a:latin typeface="Be Vietnam Pro"/>
              <a:ea typeface="Be Vietnam Pro"/>
              <a:cs typeface="Be Vietnam Pro"/>
              <a:sym typeface="Be Vietnam Pro"/>
            </a:endParaRPr>
          </a:p>
        </p:txBody>
      </p:sp>
      <p:sp>
        <p:nvSpPr>
          <p:cNvPr id="1426" name="Google Shape;1426;p161"/>
          <p:cNvSpPr txBox="1"/>
          <p:nvPr>
            <p:ph idx="1" type="subTitle"/>
          </p:nvPr>
        </p:nvSpPr>
        <p:spPr>
          <a:xfrm>
            <a:off x="6123725" y="2798900"/>
            <a:ext cx="21225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Conversion</a:t>
            </a:r>
            <a:r>
              <a:rPr b="1" lang="en" sz="1500">
                <a:latin typeface="Be Vietnam Pro"/>
                <a:ea typeface="Be Vietnam Pro"/>
                <a:cs typeface="Be Vietnam Pro"/>
                <a:sym typeface="Be Vietnam Pro"/>
              </a:rPr>
              <a:t> rate</a:t>
            </a:r>
            <a:endParaRPr b="1" sz="1500">
              <a:latin typeface="Be Vietnam Pro"/>
              <a:ea typeface="Be Vietnam Pro"/>
              <a:cs typeface="Be Vietnam Pro"/>
              <a:sym typeface="Be Vietnam Pro"/>
            </a:endParaRPr>
          </a:p>
        </p:txBody>
      </p:sp>
      <p:sp>
        <p:nvSpPr>
          <p:cNvPr id="1427" name="Google Shape;1427;p161"/>
          <p:cNvSpPr txBox="1"/>
          <p:nvPr>
            <p:ph idx="2" type="title"/>
          </p:nvPr>
        </p:nvSpPr>
        <p:spPr>
          <a:xfrm>
            <a:off x="4713875" y="3688775"/>
            <a:ext cx="1410000" cy="7314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Be Vietnam Pro"/>
                <a:ea typeface="Be Vietnam Pro"/>
                <a:cs typeface="Be Vietnam Pro"/>
                <a:sym typeface="Be Vietnam Pro"/>
              </a:rPr>
              <a:t>32,313</a:t>
            </a:r>
            <a:endParaRPr b="1" sz="2100">
              <a:solidFill>
                <a:schemeClr val="dk1"/>
              </a:solidFill>
              <a:latin typeface="Be Vietnam Pro"/>
              <a:ea typeface="Be Vietnam Pro"/>
              <a:cs typeface="Be Vietnam Pro"/>
              <a:sym typeface="Be Vietnam Pro"/>
            </a:endParaRPr>
          </a:p>
        </p:txBody>
      </p:sp>
      <p:sp>
        <p:nvSpPr>
          <p:cNvPr id="1428" name="Google Shape;1428;p161"/>
          <p:cNvSpPr txBox="1"/>
          <p:nvPr>
            <p:ph idx="1" type="subTitle"/>
          </p:nvPr>
        </p:nvSpPr>
        <p:spPr>
          <a:xfrm>
            <a:off x="6123725" y="3835450"/>
            <a:ext cx="14865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Orders</a:t>
            </a:r>
            <a:endParaRPr b="1" sz="1500">
              <a:latin typeface="Be Vietnam Pro"/>
              <a:ea typeface="Be Vietnam Pro"/>
              <a:cs typeface="Be Vietnam Pro"/>
              <a:sym typeface="Be Vietnam Pro"/>
            </a:endParaRPr>
          </a:p>
        </p:txBody>
      </p:sp>
      <p:sp>
        <p:nvSpPr>
          <p:cNvPr id="1429" name="Google Shape;1429;p161"/>
          <p:cNvSpPr txBox="1"/>
          <p:nvPr>
            <p:ph idx="8"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62"/>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latin typeface="Be Vietnam Pro ExtraBold"/>
                <a:ea typeface="Be Vietnam Pro ExtraBold"/>
                <a:cs typeface="Be Vietnam Pro ExtraBold"/>
                <a:sym typeface="Be Vietnam Pro ExtraBold"/>
              </a:rPr>
              <a:t>Logic tree diagram</a:t>
            </a:r>
            <a:endParaRPr sz="4300">
              <a:latin typeface="Be Vietnam Pro ExtraBold"/>
              <a:ea typeface="Be Vietnam Pro ExtraBold"/>
              <a:cs typeface="Be Vietnam Pro ExtraBold"/>
              <a:sym typeface="Be Vietnam Pro ExtraBold"/>
            </a:endParaRPr>
          </a:p>
        </p:txBody>
      </p:sp>
      <p:sp>
        <p:nvSpPr>
          <p:cNvPr id="1435" name="Google Shape;1435;p162"/>
          <p:cNvSpPr txBox="1"/>
          <p:nvPr>
            <p:ph idx="1" type="subTitle"/>
          </p:nvPr>
        </p:nvSpPr>
        <p:spPr>
          <a:xfrm>
            <a:off x="2817525" y="3212000"/>
            <a:ext cx="3509100" cy="41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Bóc tách vấn đề phân tích</a:t>
            </a:r>
            <a:endParaRPr i="1">
              <a:latin typeface="Be Vietnam Pro Medium"/>
              <a:ea typeface="Be Vietnam Pro Medium"/>
              <a:cs typeface="Be Vietnam Pro Medium"/>
              <a:sym typeface="Be Vietnam Pro Medium"/>
            </a:endParaRPr>
          </a:p>
        </p:txBody>
      </p:sp>
      <p:sp>
        <p:nvSpPr>
          <p:cNvPr id="1436" name="Google Shape;1436;p162"/>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437" name="Google Shape;1437;p162"/>
          <p:cNvGrpSpPr/>
          <p:nvPr/>
        </p:nvGrpSpPr>
        <p:grpSpPr>
          <a:xfrm>
            <a:off x="0" y="0"/>
            <a:ext cx="1199700" cy="2654850"/>
            <a:chOff x="0" y="0"/>
            <a:chExt cx="1199700" cy="2654850"/>
          </a:xfrm>
        </p:grpSpPr>
        <p:sp>
          <p:nvSpPr>
            <p:cNvPr id="1438" name="Google Shape;1438;p162"/>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39" name="Google Shape;1439;p162"/>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0" name="Google Shape;1440;p162"/>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1" name="Google Shape;1441;p162"/>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442" name="Google Shape;1442;p162"/>
          <p:cNvGrpSpPr/>
          <p:nvPr/>
        </p:nvGrpSpPr>
        <p:grpSpPr>
          <a:xfrm>
            <a:off x="7944300" y="2494350"/>
            <a:ext cx="1199700" cy="2654875"/>
            <a:chOff x="7944300" y="2494350"/>
            <a:chExt cx="1199700" cy="2654875"/>
          </a:xfrm>
        </p:grpSpPr>
        <p:sp>
          <p:nvSpPr>
            <p:cNvPr id="1443" name="Google Shape;1443;p162"/>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4" name="Google Shape;1444;p162"/>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5" name="Google Shape;1445;p162"/>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6" name="Google Shape;1446;p162"/>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447" name="Google Shape;1447;p162"/>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51" name="Shape 1451"/>
        <p:cNvGrpSpPr/>
        <p:nvPr/>
      </p:nvGrpSpPr>
      <p:grpSpPr>
        <a:xfrm>
          <a:off x="0" y="0"/>
          <a:ext cx="0" cy="0"/>
          <a:chOff x="0" y="0"/>
          <a:chExt cx="0" cy="0"/>
        </a:xfrm>
      </p:grpSpPr>
      <p:grpSp>
        <p:nvGrpSpPr>
          <p:cNvPr id="1452" name="Google Shape;1452;p163"/>
          <p:cNvGrpSpPr/>
          <p:nvPr/>
        </p:nvGrpSpPr>
        <p:grpSpPr>
          <a:xfrm>
            <a:off x="0" y="275063"/>
            <a:ext cx="9144000" cy="4868441"/>
            <a:chOff x="0" y="275063"/>
            <a:chExt cx="9144000" cy="4868441"/>
          </a:xfrm>
        </p:grpSpPr>
        <p:sp>
          <p:nvSpPr>
            <p:cNvPr id="1453" name="Google Shape;1453;p163"/>
            <p:cNvSpPr/>
            <p:nvPr/>
          </p:nvSpPr>
          <p:spPr>
            <a:xfrm>
              <a:off x="713225" y="275063"/>
              <a:ext cx="1449900" cy="160500"/>
            </a:xfrm>
            <a:prstGeom prst="rect">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4" name="Google Shape;1454;p163"/>
            <p:cNvSpPr/>
            <p:nvPr/>
          </p:nvSpPr>
          <p:spPr>
            <a:xfrm>
              <a:off x="0" y="4983004"/>
              <a:ext cx="9144000" cy="1605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5" name="Google Shape;1455;p163"/>
            <p:cNvSpPr/>
            <p:nvPr/>
          </p:nvSpPr>
          <p:spPr>
            <a:xfrm>
              <a:off x="0" y="4822498"/>
              <a:ext cx="9144000" cy="160500"/>
            </a:xfrm>
            <a:prstGeom prst="rect">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456" name="Google Shape;1456;p163"/>
          <p:cNvGrpSpPr/>
          <p:nvPr/>
        </p:nvGrpSpPr>
        <p:grpSpPr>
          <a:xfrm>
            <a:off x="8430779" y="0"/>
            <a:ext cx="713316" cy="857100"/>
            <a:chOff x="8430779" y="0"/>
            <a:chExt cx="713316" cy="857100"/>
          </a:xfrm>
        </p:grpSpPr>
        <p:sp>
          <p:nvSpPr>
            <p:cNvPr id="1457" name="Google Shape;1457;p163"/>
            <p:cNvSpPr/>
            <p:nvPr/>
          </p:nvSpPr>
          <p:spPr>
            <a:xfrm flipH="1" rot="10800000">
              <a:off x="8787395" y="0"/>
              <a:ext cx="356700" cy="857100"/>
            </a:xfrm>
            <a:prstGeom prst="rect">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8" name="Google Shape;1458;p163"/>
            <p:cNvSpPr/>
            <p:nvPr/>
          </p:nvSpPr>
          <p:spPr>
            <a:xfrm flipH="1" rot="10800000">
              <a:off x="8430779" y="0"/>
              <a:ext cx="356700" cy="8571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59" name="Google Shape;1459;p163"/>
          <p:cNvSpPr txBox="1"/>
          <p:nvPr/>
        </p:nvSpPr>
        <p:spPr>
          <a:xfrm>
            <a:off x="714375" y="428625"/>
            <a:ext cx="571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105">
                <a:solidFill>
                  <a:srgbClr val="0E1D35"/>
                </a:solidFill>
                <a:latin typeface="Be Vietnam Pro ExtraBold"/>
                <a:ea typeface="Be Vietnam Pro ExtraBold"/>
                <a:cs typeface="Be Vietnam Pro ExtraBold"/>
                <a:sym typeface="Be Vietnam Pro ExtraBold"/>
              </a:rPr>
              <a:t>Logic Tree: Phân rã Tỷ lệ chuyển đổi</a:t>
            </a:r>
            <a:endParaRPr sz="2105">
              <a:solidFill>
                <a:srgbClr val="0E1D35"/>
              </a:solidFill>
              <a:latin typeface="Be Vietnam Pro ExtraBold"/>
              <a:ea typeface="Be Vietnam Pro ExtraBold"/>
              <a:cs typeface="Be Vietnam Pro ExtraBold"/>
              <a:sym typeface="Be Vietnam Pro ExtraBold"/>
            </a:endParaRPr>
          </a:p>
        </p:txBody>
      </p:sp>
      <p:grpSp>
        <p:nvGrpSpPr>
          <p:cNvPr id="1460" name="Google Shape;1460;p163"/>
          <p:cNvGrpSpPr/>
          <p:nvPr/>
        </p:nvGrpSpPr>
        <p:grpSpPr>
          <a:xfrm>
            <a:off x="571500" y="1190625"/>
            <a:ext cx="8477400" cy="3000300"/>
            <a:chOff x="571500" y="1190625"/>
            <a:chExt cx="8477400" cy="3000300"/>
          </a:xfrm>
        </p:grpSpPr>
        <p:pic>
          <p:nvPicPr>
            <p:cNvPr id="1461" name="Google Shape;1461;p163"/>
            <p:cNvPicPr preferRelativeResize="0"/>
            <p:nvPr/>
          </p:nvPicPr>
          <p:blipFill rotWithShape="1">
            <a:blip r:embed="rId4">
              <a:alphaModFix/>
            </a:blip>
            <a:srcRect b="0" l="0" r="0" t="0"/>
            <a:stretch/>
          </p:blipFill>
          <p:spPr>
            <a:xfrm>
              <a:off x="1333500" y="2028825"/>
              <a:ext cx="762000" cy="228600"/>
            </a:xfrm>
            <a:prstGeom prst="rect">
              <a:avLst/>
            </a:prstGeom>
            <a:noFill/>
            <a:ln>
              <a:noFill/>
            </a:ln>
          </p:spPr>
        </p:pic>
        <p:pic>
          <p:nvPicPr>
            <p:cNvPr id="1462" name="Google Shape;1462;p163"/>
            <p:cNvPicPr preferRelativeResize="0"/>
            <p:nvPr/>
          </p:nvPicPr>
          <p:blipFill rotWithShape="1">
            <a:blip r:embed="rId5">
              <a:alphaModFix/>
            </a:blip>
            <a:srcRect b="0" l="0" r="0" t="0"/>
            <a:stretch/>
          </p:blipFill>
          <p:spPr>
            <a:xfrm>
              <a:off x="1323975" y="1371600"/>
              <a:ext cx="771600" cy="771600"/>
            </a:xfrm>
            <a:prstGeom prst="rect">
              <a:avLst/>
            </a:prstGeom>
            <a:noFill/>
            <a:ln>
              <a:noFill/>
            </a:ln>
          </p:spPr>
        </p:pic>
        <p:pic>
          <p:nvPicPr>
            <p:cNvPr id="1463" name="Google Shape;1463;p163"/>
            <p:cNvPicPr preferRelativeResize="0"/>
            <p:nvPr/>
          </p:nvPicPr>
          <p:blipFill rotWithShape="1">
            <a:blip r:embed="rId6">
              <a:alphaModFix/>
            </a:blip>
            <a:srcRect b="0" l="0" r="0" t="0"/>
            <a:stretch/>
          </p:blipFill>
          <p:spPr>
            <a:xfrm>
              <a:off x="1323975" y="2143125"/>
              <a:ext cx="771600" cy="771600"/>
            </a:xfrm>
            <a:prstGeom prst="rect">
              <a:avLst/>
            </a:prstGeom>
            <a:noFill/>
            <a:ln>
              <a:noFill/>
            </a:ln>
          </p:spPr>
        </p:pic>
        <p:pic>
          <p:nvPicPr>
            <p:cNvPr id="1464" name="Google Shape;1464;p163"/>
            <p:cNvPicPr preferRelativeResize="0"/>
            <p:nvPr/>
          </p:nvPicPr>
          <p:blipFill rotWithShape="1">
            <a:blip r:embed="rId4">
              <a:alphaModFix/>
            </a:blip>
            <a:srcRect b="0" l="0" r="0" t="0"/>
            <a:stretch/>
          </p:blipFill>
          <p:spPr>
            <a:xfrm>
              <a:off x="3429000" y="2028825"/>
              <a:ext cx="762000" cy="228600"/>
            </a:xfrm>
            <a:prstGeom prst="rect">
              <a:avLst/>
            </a:prstGeom>
            <a:noFill/>
            <a:ln>
              <a:noFill/>
            </a:ln>
          </p:spPr>
        </p:pic>
        <p:pic>
          <p:nvPicPr>
            <p:cNvPr id="1465" name="Google Shape;1465;p163"/>
            <p:cNvPicPr preferRelativeResize="0"/>
            <p:nvPr/>
          </p:nvPicPr>
          <p:blipFill rotWithShape="1">
            <a:blip r:embed="rId5">
              <a:alphaModFix/>
            </a:blip>
            <a:srcRect b="0" l="0" r="0" t="0"/>
            <a:stretch/>
          </p:blipFill>
          <p:spPr>
            <a:xfrm>
              <a:off x="3419475" y="1371600"/>
              <a:ext cx="771600" cy="771600"/>
            </a:xfrm>
            <a:prstGeom prst="rect">
              <a:avLst/>
            </a:prstGeom>
            <a:noFill/>
            <a:ln>
              <a:noFill/>
            </a:ln>
          </p:spPr>
        </p:pic>
        <p:pic>
          <p:nvPicPr>
            <p:cNvPr id="1466" name="Google Shape;1466;p163"/>
            <p:cNvPicPr preferRelativeResize="0"/>
            <p:nvPr/>
          </p:nvPicPr>
          <p:blipFill rotWithShape="1">
            <a:blip r:embed="rId6">
              <a:alphaModFix/>
            </a:blip>
            <a:srcRect b="0" l="0" r="0" t="0"/>
            <a:stretch/>
          </p:blipFill>
          <p:spPr>
            <a:xfrm>
              <a:off x="3419475" y="2143125"/>
              <a:ext cx="771600" cy="771600"/>
            </a:xfrm>
            <a:prstGeom prst="rect">
              <a:avLst/>
            </a:prstGeom>
            <a:noFill/>
            <a:ln>
              <a:noFill/>
            </a:ln>
          </p:spPr>
        </p:pic>
        <p:pic>
          <p:nvPicPr>
            <p:cNvPr id="1467" name="Google Shape;1467;p163"/>
            <p:cNvPicPr preferRelativeResize="0"/>
            <p:nvPr/>
          </p:nvPicPr>
          <p:blipFill rotWithShape="1">
            <a:blip r:embed="rId4">
              <a:alphaModFix/>
            </a:blip>
            <a:srcRect b="0" l="0" r="0" t="0"/>
            <a:stretch/>
          </p:blipFill>
          <p:spPr>
            <a:xfrm>
              <a:off x="5524500" y="2028825"/>
              <a:ext cx="762000" cy="228600"/>
            </a:xfrm>
            <a:prstGeom prst="rect">
              <a:avLst/>
            </a:prstGeom>
            <a:noFill/>
            <a:ln>
              <a:noFill/>
            </a:ln>
          </p:spPr>
        </p:pic>
        <p:pic>
          <p:nvPicPr>
            <p:cNvPr id="1468" name="Google Shape;1468;p163"/>
            <p:cNvPicPr preferRelativeResize="0"/>
            <p:nvPr/>
          </p:nvPicPr>
          <p:blipFill rotWithShape="1">
            <a:blip r:embed="rId5">
              <a:alphaModFix/>
            </a:blip>
            <a:srcRect b="0" l="0" r="0" t="0"/>
            <a:stretch/>
          </p:blipFill>
          <p:spPr>
            <a:xfrm>
              <a:off x="5514975" y="1371600"/>
              <a:ext cx="771600" cy="771600"/>
            </a:xfrm>
            <a:prstGeom prst="rect">
              <a:avLst/>
            </a:prstGeom>
            <a:noFill/>
            <a:ln>
              <a:noFill/>
            </a:ln>
          </p:spPr>
        </p:pic>
        <p:pic>
          <p:nvPicPr>
            <p:cNvPr id="1469" name="Google Shape;1469;p163"/>
            <p:cNvPicPr preferRelativeResize="0"/>
            <p:nvPr/>
          </p:nvPicPr>
          <p:blipFill rotWithShape="1">
            <a:blip r:embed="rId7">
              <a:alphaModFix/>
            </a:blip>
            <a:srcRect b="0" l="0" r="0" t="0"/>
            <a:stretch/>
          </p:blipFill>
          <p:spPr>
            <a:xfrm>
              <a:off x="5514975" y="2143125"/>
              <a:ext cx="771600" cy="771600"/>
            </a:xfrm>
            <a:prstGeom prst="rect">
              <a:avLst/>
            </a:prstGeom>
            <a:noFill/>
            <a:ln>
              <a:noFill/>
            </a:ln>
          </p:spPr>
        </p:pic>
        <p:pic>
          <p:nvPicPr>
            <p:cNvPr id="1470" name="Google Shape;1470;p163"/>
            <p:cNvPicPr preferRelativeResize="0"/>
            <p:nvPr/>
          </p:nvPicPr>
          <p:blipFill rotWithShape="1">
            <a:blip r:embed="rId4">
              <a:alphaModFix/>
            </a:blip>
            <a:srcRect b="0" l="0" r="0" t="0"/>
            <a:stretch/>
          </p:blipFill>
          <p:spPr>
            <a:xfrm>
              <a:off x="7620000" y="2028825"/>
              <a:ext cx="762000" cy="228600"/>
            </a:xfrm>
            <a:prstGeom prst="rect">
              <a:avLst/>
            </a:prstGeom>
            <a:noFill/>
            <a:ln>
              <a:noFill/>
            </a:ln>
          </p:spPr>
        </p:pic>
        <p:pic>
          <p:nvPicPr>
            <p:cNvPr id="1471" name="Google Shape;1471;p163"/>
            <p:cNvPicPr preferRelativeResize="0"/>
            <p:nvPr/>
          </p:nvPicPr>
          <p:blipFill rotWithShape="1">
            <a:blip r:embed="rId5">
              <a:alphaModFix/>
            </a:blip>
            <a:srcRect b="0" l="0" r="0" t="0"/>
            <a:stretch/>
          </p:blipFill>
          <p:spPr>
            <a:xfrm>
              <a:off x="7610475" y="1371600"/>
              <a:ext cx="771600" cy="771600"/>
            </a:xfrm>
            <a:prstGeom prst="rect">
              <a:avLst/>
            </a:prstGeom>
            <a:noFill/>
            <a:ln>
              <a:noFill/>
            </a:ln>
          </p:spPr>
        </p:pic>
        <p:pic>
          <p:nvPicPr>
            <p:cNvPr id="1472" name="Google Shape;1472;p163"/>
            <p:cNvPicPr preferRelativeResize="0"/>
            <p:nvPr/>
          </p:nvPicPr>
          <p:blipFill rotWithShape="1">
            <a:blip r:embed="rId7">
              <a:alphaModFix/>
            </a:blip>
            <a:srcRect b="0" l="0" r="0" t="0"/>
            <a:stretch/>
          </p:blipFill>
          <p:spPr>
            <a:xfrm>
              <a:off x="7610475" y="2143125"/>
              <a:ext cx="771600" cy="771600"/>
            </a:xfrm>
            <a:prstGeom prst="rect">
              <a:avLst/>
            </a:prstGeom>
            <a:noFill/>
            <a:ln>
              <a:noFill/>
            </a:ln>
          </p:spPr>
        </p:pic>
        <p:grpSp>
          <p:nvGrpSpPr>
            <p:cNvPr id="1473" name="Google Shape;1473;p163"/>
            <p:cNvGrpSpPr/>
            <p:nvPr/>
          </p:nvGrpSpPr>
          <p:grpSpPr>
            <a:xfrm>
              <a:off x="571500" y="1809750"/>
              <a:ext cx="1524000" cy="666900"/>
              <a:chOff x="0" y="0"/>
              <a:chExt cx="1524000" cy="666900"/>
            </a:xfrm>
          </p:grpSpPr>
          <p:sp>
            <p:nvSpPr>
              <p:cNvPr id="1474" name="Google Shape;1474;p163"/>
              <p:cNvSpPr/>
              <p:nvPr/>
            </p:nvSpPr>
            <p:spPr>
              <a:xfrm>
                <a:off x="0" y="0"/>
                <a:ext cx="1524000" cy="666900"/>
              </a:xfrm>
              <a:prstGeom prst="roundRect">
                <a:avLst>
                  <a:gd fmla="val 8571" name="adj"/>
                </a:avLst>
              </a:prstGeom>
              <a:solidFill>
                <a:srgbClr val="0E1D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5" name="Google Shape;1475;p163"/>
              <p:cNvSpPr txBox="1"/>
              <p:nvPr/>
            </p:nvSpPr>
            <p:spPr>
              <a:xfrm>
                <a:off x="0" y="0"/>
                <a:ext cx="1524000" cy="666900"/>
              </a:xfrm>
              <a:prstGeom prst="rect">
                <a:avLst/>
              </a:prstGeom>
              <a:noFill/>
              <a:ln>
                <a:noFill/>
              </a:ln>
            </p:spPr>
            <p:txBody>
              <a:bodyPr anchorCtr="0" anchor="ctr" bIns="76200" lIns="76200" spcFirstLastPara="1" rIns="76200" wrap="square" tIns="76200">
                <a:noAutofit/>
              </a:bodyPr>
              <a:lstStyle/>
              <a:p>
                <a:pPr indent="0" lvl="0" marL="0" rtl="0" algn="ctr">
                  <a:spcBef>
                    <a:spcPts val="0"/>
                  </a:spcBef>
                  <a:spcAft>
                    <a:spcPts val="0"/>
                  </a:spcAft>
                  <a:buNone/>
                </a:pPr>
                <a:r>
                  <a:rPr b="1" lang="en" sz="740">
                    <a:solidFill>
                      <a:srgbClr val="FFFFFF"/>
                    </a:solidFill>
                    <a:latin typeface="Be Vietnam Pro"/>
                    <a:ea typeface="Be Vietnam Pro"/>
                    <a:cs typeface="Be Vietnam Pro"/>
                    <a:sym typeface="Be Vietnam Pro"/>
                  </a:rPr>
                  <a:t>BRANCH </a:t>
                </a:r>
                <a:r>
                  <a:rPr b="1" lang="en" sz="740">
                    <a:solidFill>
                      <a:srgbClr val="FFFFFF"/>
                    </a:solidFill>
                    <a:latin typeface="Be Vietnam Pro"/>
                    <a:ea typeface="Be Vietnam Pro"/>
                    <a:cs typeface="Be Vietnam Pro"/>
                    <a:sym typeface="Be Vietnam Pro"/>
                  </a:rPr>
                  <a:t>1</a:t>
                </a:r>
                <a:endParaRPr b="1" sz="740">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b="1" lang="en" sz="1025">
                    <a:solidFill>
                      <a:srgbClr val="FFFFFF"/>
                    </a:solidFill>
                    <a:latin typeface="Be Vietnam Pro"/>
                    <a:ea typeface="Be Vietnam Pro"/>
                    <a:cs typeface="Be Vietnam Pro"/>
                    <a:sym typeface="Be Vietnam Pro"/>
                  </a:rPr>
                  <a:t>Product View</a:t>
                </a:r>
                <a:endParaRPr b="1" sz="1025">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b="1" lang="en" sz="1195">
                    <a:solidFill>
                      <a:srgbClr val="FF6B65"/>
                    </a:solidFill>
                    <a:latin typeface="Be Vietnam Pro"/>
                    <a:ea typeface="Be Vietnam Pro"/>
                    <a:cs typeface="Be Vietnam Pro"/>
                    <a:sym typeface="Be Vietnam Pro"/>
                  </a:rPr>
                  <a:t>44.45%</a:t>
                </a:r>
                <a:endParaRPr b="1" sz="1195">
                  <a:solidFill>
                    <a:srgbClr val="FF6B65"/>
                  </a:solidFill>
                  <a:latin typeface="Be Vietnam Pro"/>
                  <a:ea typeface="Be Vietnam Pro"/>
                  <a:cs typeface="Be Vietnam Pro"/>
                  <a:sym typeface="Be Vietnam Pro"/>
                </a:endParaRPr>
              </a:p>
            </p:txBody>
          </p:sp>
        </p:grpSp>
        <p:grpSp>
          <p:nvGrpSpPr>
            <p:cNvPr id="1476" name="Google Shape;1476;p163"/>
            <p:cNvGrpSpPr/>
            <p:nvPr/>
          </p:nvGrpSpPr>
          <p:grpSpPr>
            <a:xfrm>
              <a:off x="2095500" y="1190625"/>
              <a:ext cx="1047900" cy="381000"/>
              <a:chOff x="0" y="0"/>
              <a:chExt cx="1047900" cy="381000"/>
            </a:xfrm>
          </p:grpSpPr>
          <p:sp>
            <p:nvSpPr>
              <p:cNvPr id="1477" name="Google Shape;1477;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8" name="Google Shape;1478;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mới</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43.22</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479" name="Google Shape;1479;p163"/>
            <p:cNvGrpSpPr/>
            <p:nvPr/>
          </p:nvGrpSpPr>
          <p:grpSpPr>
            <a:xfrm>
              <a:off x="2095500" y="2714625"/>
              <a:ext cx="1047900" cy="381000"/>
              <a:chOff x="0" y="0"/>
              <a:chExt cx="1047900" cy="381000"/>
            </a:xfrm>
          </p:grpSpPr>
          <p:sp>
            <p:nvSpPr>
              <p:cNvPr id="1480" name="Google Shape;1480;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1" name="Google Shape;1481;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cũ</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50.68</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482" name="Google Shape;1482;p163"/>
            <p:cNvGrpSpPr/>
            <p:nvPr/>
          </p:nvGrpSpPr>
          <p:grpSpPr>
            <a:xfrm>
              <a:off x="2667000" y="1809750"/>
              <a:ext cx="1524000" cy="666900"/>
              <a:chOff x="0" y="0"/>
              <a:chExt cx="1524000" cy="666900"/>
            </a:xfrm>
          </p:grpSpPr>
          <p:sp>
            <p:nvSpPr>
              <p:cNvPr id="1483" name="Google Shape;1483;p163"/>
              <p:cNvSpPr/>
              <p:nvPr/>
            </p:nvSpPr>
            <p:spPr>
              <a:xfrm>
                <a:off x="0" y="0"/>
                <a:ext cx="1524000" cy="666900"/>
              </a:xfrm>
              <a:prstGeom prst="roundRect">
                <a:avLst>
                  <a:gd fmla="val 8571" name="adj"/>
                </a:avLst>
              </a:prstGeom>
              <a:solidFill>
                <a:srgbClr val="0E1D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4" name="Google Shape;1484;p163"/>
              <p:cNvSpPr txBox="1"/>
              <p:nvPr/>
            </p:nvSpPr>
            <p:spPr>
              <a:xfrm>
                <a:off x="0" y="0"/>
                <a:ext cx="1524000" cy="666900"/>
              </a:xfrm>
              <a:prstGeom prst="rect">
                <a:avLst/>
              </a:prstGeom>
              <a:noFill/>
              <a:ln>
                <a:noFill/>
              </a:ln>
            </p:spPr>
            <p:txBody>
              <a:bodyPr anchorCtr="0" anchor="ctr" bIns="76200" lIns="76200" spcFirstLastPara="1" rIns="76200" wrap="square" tIns="76200">
                <a:noAutofit/>
              </a:bodyPr>
              <a:lstStyle/>
              <a:p>
                <a:pPr indent="0" lvl="0" marL="0" rtl="0" algn="ctr">
                  <a:spcBef>
                    <a:spcPts val="0"/>
                  </a:spcBef>
                  <a:spcAft>
                    <a:spcPts val="0"/>
                  </a:spcAft>
                  <a:buNone/>
                </a:pPr>
                <a:r>
                  <a:rPr b="1" lang="en" sz="740">
                    <a:solidFill>
                      <a:srgbClr val="FFFFFF"/>
                    </a:solidFill>
                    <a:latin typeface="Be Vietnam Pro"/>
                    <a:ea typeface="Be Vietnam Pro"/>
                    <a:cs typeface="Be Vietnam Pro"/>
                    <a:sym typeface="Be Vietnam Pro"/>
                  </a:rPr>
                  <a:t>BRANCH 2</a:t>
                </a:r>
                <a:endParaRPr b="1" sz="740">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lang="en" sz="1025">
                    <a:solidFill>
                      <a:srgbClr val="FFFFFF"/>
                    </a:solidFill>
                    <a:latin typeface="Be Vietnam Pro ExtraBold"/>
                    <a:ea typeface="Be Vietnam Pro ExtraBold"/>
                    <a:cs typeface="Be Vietnam Pro ExtraBold"/>
                    <a:sym typeface="Be Vietnam Pro ExtraBold"/>
                  </a:rPr>
                  <a:t>Add-to-cart</a:t>
                </a:r>
                <a:endParaRPr sz="1025">
                  <a:solidFill>
                    <a:srgbClr val="FFFFFF"/>
                  </a:solidFill>
                  <a:latin typeface="Be Vietnam Pro ExtraBold"/>
                  <a:ea typeface="Be Vietnam Pro ExtraBold"/>
                  <a:cs typeface="Be Vietnam Pro ExtraBold"/>
                  <a:sym typeface="Be Vietnam Pro ExtraBold"/>
                </a:endParaRPr>
              </a:p>
              <a:p>
                <a:pPr indent="0" lvl="0" marL="0" rtl="0" algn="ctr">
                  <a:spcBef>
                    <a:spcPts val="150"/>
                  </a:spcBef>
                  <a:spcAft>
                    <a:spcPts val="0"/>
                  </a:spcAft>
                  <a:buNone/>
                </a:pPr>
                <a:r>
                  <a:rPr b="1" lang="en" sz="1195">
                    <a:solidFill>
                      <a:srgbClr val="22C55E"/>
                    </a:solidFill>
                    <a:latin typeface="Be Vietnam Pro"/>
                    <a:ea typeface="Be Vietnam Pro"/>
                    <a:cs typeface="Be Vietnam Pro"/>
                    <a:sym typeface="Be Vietnam Pro"/>
                  </a:rPr>
                  <a:t>45.17%</a:t>
                </a:r>
                <a:endParaRPr b="1" sz="1195">
                  <a:solidFill>
                    <a:srgbClr val="22C55E"/>
                  </a:solidFill>
                  <a:latin typeface="Be Vietnam Pro"/>
                  <a:ea typeface="Be Vietnam Pro"/>
                  <a:cs typeface="Be Vietnam Pro"/>
                  <a:sym typeface="Be Vietnam Pro"/>
                </a:endParaRPr>
              </a:p>
            </p:txBody>
          </p:sp>
        </p:grpSp>
        <p:grpSp>
          <p:nvGrpSpPr>
            <p:cNvPr id="1485" name="Google Shape;1485;p163"/>
            <p:cNvGrpSpPr/>
            <p:nvPr/>
          </p:nvGrpSpPr>
          <p:grpSpPr>
            <a:xfrm>
              <a:off x="4191000" y="1190625"/>
              <a:ext cx="1047900" cy="381000"/>
              <a:chOff x="0" y="0"/>
              <a:chExt cx="1047900" cy="381000"/>
            </a:xfrm>
          </p:grpSpPr>
          <p:sp>
            <p:nvSpPr>
              <p:cNvPr id="1486" name="Google Shape;1486;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7" name="Google Shape;1487;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mới</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45.15</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488" name="Google Shape;1488;p163"/>
            <p:cNvGrpSpPr/>
            <p:nvPr/>
          </p:nvGrpSpPr>
          <p:grpSpPr>
            <a:xfrm>
              <a:off x="4191000" y="2714625"/>
              <a:ext cx="1047900" cy="381000"/>
              <a:chOff x="0" y="0"/>
              <a:chExt cx="1047900" cy="381000"/>
            </a:xfrm>
          </p:grpSpPr>
          <p:sp>
            <p:nvSpPr>
              <p:cNvPr id="1489" name="Google Shape;1489;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0" name="Google Shape;1490;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cũ</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45.24</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491" name="Google Shape;1491;p163"/>
            <p:cNvGrpSpPr/>
            <p:nvPr/>
          </p:nvGrpSpPr>
          <p:grpSpPr>
            <a:xfrm>
              <a:off x="4762500" y="1809750"/>
              <a:ext cx="1524000" cy="666900"/>
              <a:chOff x="0" y="0"/>
              <a:chExt cx="1524000" cy="666900"/>
            </a:xfrm>
          </p:grpSpPr>
          <p:sp>
            <p:nvSpPr>
              <p:cNvPr id="1492" name="Google Shape;1492;p163"/>
              <p:cNvSpPr/>
              <p:nvPr/>
            </p:nvSpPr>
            <p:spPr>
              <a:xfrm>
                <a:off x="0" y="0"/>
                <a:ext cx="1524000" cy="666900"/>
              </a:xfrm>
              <a:prstGeom prst="roundRect">
                <a:avLst>
                  <a:gd fmla="val 8571" name="adj"/>
                </a:avLst>
              </a:prstGeom>
              <a:solidFill>
                <a:srgbClr val="0E1D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3" name="Google Shape;1493;p163"/>
              <p:cNvSpPr txBox="1"/>
              <p:nvPr/>
            </p:nvSpPr>
            <p:spPr>
              <a:xfrm>
                <a:off x="0" y="0"/>
                <a:ext cx="1524000" cy="666900"/>
              </a:xfrm>
              <a:prstGeom prst="rect">
                <a:avLst/>
              </a:prstGeom>
              <a:noFill/>
              <a:ln>
                <a:noFill/>
              </a:ln>
            </p:spPr>
            <p:txBody>
              <a:bodyPr anchorCtr="0" anchor="ctr" bIns="76200" lIns="76200" spcFirstLastPara="1" rIns="76200" wrap="square" tIns="76200">
                <a:noAutofit/>
              </a:bodyPr>
              <a:lstStyle/>
              <a:p>
                <a:pPr indent="0" lvl="0" marL="0" rtl="0" algn="ctr">
                  <a:spcBef>
                    <a:spcPts val="0"/>
                  </a:spcBef>
                  <a:spcAft>
                    <a:spcPts val="0"/>
                  </a:spcAft>
                  <a:buNone/>
                </a:pPr>
                <a:r>
                  <a:rPr b="1" lang="en" sz="740">
                    <a:solidFill>
                      <a:srgbClr val="FFFFFF"/>
                    </a:solidFill>
                    <a:latin typeface="Be Vietnam Pro"/>
                    <a:ea typeface="Be Vietnam Pro"/>
                    <a:cs typeface="Be Vietnam Pro"/>
                    <a:sym typeface="Be Vietnam Pro"/>
                  </a:rPr>
                  <a:t>BRANCH 3</a:t>
                </a:r>
                <a:endParaRPr b="1" sz="740">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b="1" lang="en" sz="1025">
                    <a:solidFill>
                      <a:srgbClr val="FFFFFF"/>
                    </a:solidFill>
                    <a:latin typeface="Be Vietnam Pro"/>
                    <a:ea typeface="Be Vietnam Pro"/>
                    <a:cs typeface="Be Vietnam Pro"/>
                    <a:sym typeface="Be Vietnam Pro"/>
                  </a:rPr>
                  <a:t>Checkout </a:t>
                </a:r>
                <a:r>
                  <a:rPr b="1" lang="en" sz="1025">
                    <a:solidFill>
                      <a:srgbClr val="FFFFFF"/>
                    </a:solidFill>
                    <a:latin typeface="Be Vietnam Pro"/>
                    <a:ea typeface="Be Vietnam Pro"/>
                    <a:cs typeface="Be Vietnam Pro"/>
                    <a:sym typeface="Be Vietnam Pro"/>
                  </a:rPr>
                  <a:t>Initiation</a:t>
                </a:r>
                <a:endParaRPr b="1" sz="1025">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b="1" lang="en" sz="1195">
                    <a:solidFill>
                      <a:srgbClr val="22C55E"/>
                    </a:solidFill>
                    <a:latin typeface="Be Vietnam Pro"/>
                    <a:ea typeface="Be Vietnam Pro"/>
                    <a:cs typeface="Be Vietnam Pro"/>
                    <a:sym typeface="Be Vietnam Pro"/>
                  </a:rPr>
                  <a:t>67.91%</a:t>
                </a:r>
                <a:endParaRPr b="1" sz="1195">
                  <a:solidFill>
                    <a:srgbClr val="22C55E"/>
                  </a:solidFill>
                  <a:latin typeface="Be Vietnam Pro"/>
                  <a:ea typeface="Be Vietnam Pro"/>
                  <a:cs typeface="Be Vietnam Pro"/>
                  <a:sym typeface="Be Vietnam Pro"/>
                </a:endParaRPr>
              </a:p>
            </p:txBody>
          </p:sp>
        </p:grpSp>
        <p:grpSp>
          <p:nvGrpSpPr>
            <p:cNvPr id="1494" name="Google Shape;1494;p163"/>
            <p:cNvGrpSpPr/>
            <p:nvPr/>
          </p:nvGrpSpPr>
          <p:grpSpPr>
            <a:xfrm>
              <a:off x="6286500" y="1190625"/>
              <a:ext cx="1047900" cy="381000"/>
              <a:chOff x="0" y="0"/>
              <a:chExt cx="1047900" cy="381000"/>
            </a:xfrm>
          </p:grpSpPr>
          <p:sp>
            <p:nvSpPr>
              <p:cNvPr id="1495" name="Google Shape;1495;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6" name="Google Shape;1496;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mới</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67.98</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497" name="Google Shape;1497;p163"/>
            <p:cNvGrpSpPr/>
            <p:nvPr/>
          </p:nvGrpSpPr>
          <p:grpSpPr>
            <a:xfrm>
              <a:off x="6286500" y="2714625"/>
              <a:ext cx="1047900" cy="381000"/>
              <a:chOff x="0" y="0"/>
              <a:chExt cx="1047900" cy="381000"/>
            </a:xfrm>
          </p:grpSpPr>
          <p:sp>
            <p:nvSpPr>
              <p:cNvPr id="1498" name="Google Shape;1498;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9" name="Google Shape;1499;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cũ</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67.60</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500" name="Google Shape;1500;p163"/>
            <p:cNvGrpSpPr/>
            <p:nvPr/>
          </p:nvGrpSpPr>
          <p:grpSpPr>
            <a:xfrm>
              <a:off x="6858000" y="1809750"/>
              <a:ext cx="1524000" cy="666900"/>
              <a:chOff x="0" y="0"/>
              <a:chExt cx="1524000" cy="666900"/>
            </a:xfrm>
          </p:grpSpPr>
          <p:sp>
            <p:nvSpPr>
              <p:cNvPr id="1501" name="Google Shape;1501;p163"/>
              <p:cNvSpPr/>
              <p:nvPr/>
            </p:nvSpPr>
            <p:spPr>
              <a:xfrm>
                <a:off x="0" y="0"/>
                <a:ext cx="1524000" cy="666900"/>
              </a:xfrm>
              <a:prstGeom prst="roundRect">
                <a:avLst>
                  <a:gd fmla="val 8571" name="adj"/>
                </a:avLst>
              </a:prstGeom>
              <a:solidFill>
                <a:srgbClr val="0E1D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2" name="Google Shape;1502;p163"/>
              <p:cNvSpPr txBox="1"/>
              <p:nvPr/>
            </p:nvSpPr>
            <p:spPr>
              <a:xfrm>
                <a:off x="0" y="0"/>
                <a:ext cx="1524000" cy="666900"/>
              </a:xfrm>
              <a:prstGeom prst="rect">
                <a:avLst/>
              </a:prstGeom>
              <a:noFill/>
              <a:ln>
                <a:noFill/>
              </a:ln>
            </p:spPr>
            <p:txBody>
              <a:bodyPr anchorCtr="0" anchor="ctr" bIns="76200" lIns="76200" spcFirstLastPara="1" rIns="76200" wrap="square" tIns="76200">
                <a:noAutofit/>
              </a:bodyPr>
              <a:lstStyle/>
              <a:p>
                <a:pPr indent="0" lvl="0" marL="0" rtl="0" algn="ctr">
                  <a:spcBef>
                    <a:spcPts val="0"/>
                  </a:spcBef>
                  <a:spcAft>
                    <a:spcPts val="0"/>
                  </a:spcAft>
                  <a:buNone/>
                </a:pPr>
                <a:r>
                  <a:rPr b="1" lang="en" sz="740">
                    <a:solidFill>
                      <a:srgbClr val="FFFFFF"/>
                    </a:solidFill>
                    <a:latin typeface="Be Vietnam Pro"/>
                    <a:ea typeface="Be Vietnam Pro"/>
                    <a:cs typeface="Be Vietnam Pro"/>
                    <a:sym typeface="Be Vietnam Pro"/>
                  </a:rPr>
                  <a:t>BRANCH 4</a:t>
                </a:r>
                <a:endParaRPr b="1" sz="740">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b="1" lang="en" sz="1025">
                    <a:solidFill>
                      <a:srgbClr val="FFFFFF"/>
                    </a:solidFill>
                    <a:latin typeface="Be Vietnam Pro"/>
                    <a:ea typeface="Be Vietnam Pro"/>
                    <a:cs typeface="Be Vietnam Pro"/>
                    <a:sym typeface="Be Vietnam Pro"/>
                  </a:rPr>
                  <a:t>Purchase Rate</a:t>
                </a:r>
                <a:endParaRPr b="1" sz="1025">
                  <a:solidFill>
                    <a:srgbClr val="FFFFFF"/>
                  </a:solidFill>
                  <a:latin typeface="Be Vietnam Pro"/>
                  <a:ea typeface="Be Vietnam Pro"/>
                  <a:cs typeface="Be Vietnam Pro"/>
                  <a:sym typeface="Be Vietnam Pro"/>
                </a:endParaRPr>
              </a:p>
              <a:p>
                <a:pPr indent="0" lvl="0" marL="0" rtl="0" algn="ctr">
                  <a:spcBef>
                    <a:spcPts val="150"/>
                  </a:spcBef>
                  <a:spcAft>
                    <a:spcPts val="0"/>
                  </a:spcAft>
                  <a:buNone/>
                </a:pPr>
                <a:r>
                  <a:rPr b="1" lang="en" sz="1195">
                    <a:solidFill>
                      <a:srgbClr val="FF6B65"/>
                    </a:solidFill>
                    <a:latin typeface="Be Vietnam Pro"/>
                    <a:ea typeface="Be Vietnam Pro"/>
                    <a:cs typeface="Be Vietnam Pro"/>
                    <a:sym typeface="Be Vietnam Pro"/>
                  </a:rPr>
                  <a:t>50.11%</a:t>
                </a:r>
                <a:endParaRPr b="1" sz="1195">
                  <a:solidFill>
                    <a:srgbClr val="FF6B65"/>
                  </a:solidFill>
                  <a:latin typeface="Be Vietnam Pro"/>
                  <a:ea typeface="Be Vietnam Pro"/>
                  <a:cs typeface="Be Vietnam Pro"/>
                  <a:sym typeface="Be Vietnam Pro"/>
                </a:endParaRPr>
              </a:p>
            </p:txBody>
          </p:sp>
        </p:grpSp>
        <p:grpSp>
          <p:nvGrpSpPr>
            <p:cNvPr id="1503" name="Google Shape;1503;p163"/>
            <p:cNvGrpSpPr/>
            <p:nvPr/>
          </p:nvGrpSpPr>
          <p:grpSpPr>
            <a:xfrm>
              <a:off x="8001000" y="1190625"/>
              <a:ext cx="1047900" cy="381000"/>
              <a:chOff x="0" y="0"/>
              <a:chExt cx="1047900" cy="381000"/>
            </a:xfrm>
          </p:grpSpPr>
          <p:sp>
            <p:nvSpPr>
              <p:cNvPr id="1504" name="Google Shape;1504;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5" name="Google Shape;1505;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mới</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50.02</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506" name="Google Shape;1506;p163"/>
            <p:cNvGrpSpPr/>
            <p:nvPr/>
          </p:nvGrpSpPr>
          <p:grpSpPr>
            <a:xfrm>
              <a:off x="8001000" y="2714625"/>
              <a:ext cx="1047900" cy="381000"/>
              <a:chOff x="0" y="0"/>
              <a:chExt cx="1047900" cy="381000"/>
            </a:xfrm>
          </p:grpSpPr>
          <p:sp>
            <p:nvSpPr>
              <p:cNvPr id="1507" name="Google Shape;1507;p163"/>
              <p:cNvSpPr/>
              <p:nvPr/>
            </p:nvSpPr>
            <p:spPr>
              <a:xfrm>
                <a:off x="0" y="0"/>
                <a:ext cx="1047900" cy="381000"/>
              </a:xfrm>
              <a:prstGeom prst="roundRect">
                <a:avLst>
                  <a:gd fmla="val 10000" name="adj"/>
                </a:avLst>
              </a:prstGeom>
              <a:solidFill>
                <a:srgbClr val="FFFFFF"/>
              </a:solidFill>
              <a:ln cap="flat" cmpd="sng" w="9525">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8" name="Google Shape;1508;p163"/>
              <p:cNvSpPr txBox="1"/>
              <p:nvPr/>
            </p:nvSpPr>
            <p:spPr>
              <a:xfrm>
                <a:off x="0" y="0"/>
                <a:ext cx="1047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7C8594"/>
                    </a:solidFill>
                    <a:latin typeface="Be Vietnam Pro"/>
                    <a:ea typeface="Be Vietnam Pro"/>
                    <a:cs typeface="Be Vietnam Pro"/>
                    <a:sym typeface="Be Vietnam Pro"/>
                  </a:rPr>
                  <a:t>Khách cũ</a:t>
                </a:r>
                <a:endParaRPr b="1" sz="800">
                  <a:solidFill>
                    <a:srgbClr val="7C8594"/>
                  </a:solidFill>
                  <a:latin typeface="Be Vietnam Pro"/>
                  <a:ea typeface="Be Vietnam Pro"/>
                  <a:cs typeface="Be Vietnam Pro"/>
                  <a:sym typeface="Be Vietnam Pro"/>
                </a:endParaRPr>
              </a:p>
              <a:p>
                <a:pPr indent="0" lvl="0" marL="0" rtl="0" algn="ctr">
                  <a:spcBef>
                    <a:spcPts val="0"/>
                  </a:spcBef>
                  <a:spcAft>
                    <a:spcPts val="0"/>
                  </a:spcAft>
                  <a:buNone/>
                </a:pPr>
                <a:r>
                  <a:rPr b="1" lang="en" sz="1000">
                    <a:solidFill>
                      <a:srgbClr val="0E1D35"/>
                    </a:solidFill>
                    <a:latin typeface="Be Vietnam Pro"/>
                    <a:ea typeface="Be Vietnam Pro"/>
                    <a:cs typeface="Be Vietnam Pro"/>
                    <a:sym typeface="Be Vietnam Pro"/>
                  </a:rPr>
                  <a:t>50.51</a:t>
                </a:r>
                <a:r>
                  <a:rPr b="1" lang="en" sz="1000">
                    <a:solidFill>
                      <a:srgbClr val="0E1D35"/>
                    </a:solidFill>
                    <a:latin typeface="Be Vietnam Pro"/>
                    <a:ea typeface="Be Vietnam Pro"/>
                    <a:cs typeface="Be Vietnam Pro"/>
                    <a:sym typeface="Be Vietnam Pro"/>
                  </a:rPr>
                  <a:t>%</a:t>
                </a:r>
                <a:endParaRPr b="1" sz="1000">
                  <a:solidFill>
                    <a:srgbClr val="0E1D35"/>
                  </a:solidFill>
                  <a:latin typeface="Be Vietnam Pro"/>
                  <a:ea typeface="Be Vietnam Pro"/>
                  <a:cs typeface="Be Vietnam Pro"/>
                  <a:sym typeface="Be Vietnam Pro"/>
                </a:endParaRPr>
              </a:p>
            </p:txBody>
          </p:sp>
        </p:grpSp>
        <p:grpSp>
          <p:nvGrpSpPr>
            <p:cNvPr id="1509" name="Google Shape;1509;p163"/>
            <p:cNvGrpSpPr/>
            <p:nvPr/>
          </p:nvGrpSpPr>
          <p:grpSpPr>
            <a:xfrm>
              <a:off x="571500" y="3667125"/>
              <a:ext cx="8001000" cy="523800"/>
              <a:chOff x="0" y="0"/>
              <a:chExt cx="8001000" cy="523800"/>
            </a:xfrm>
          </p:grpSpPr>
          <p:sp>
            <p:nvSpPr>
              <p:cNvPr id="1510" name="Google Shape;1510;p163"/>
              <p:cNvSpPr/>
              <p:nvPr/>
            </p:nvSpPr>
            <p:spPr>
              <a:xfrm>
                <a:off x="0" y="0"/>
                <a:ext cx="8001000" cy="523800"/>
              </a:xfrm>
              <a:prstGeom prst="roundRect">
                <a:avLst>
                  <a:gd fmla="val 10909" name="adj"/>
                </a:avLst>
              </a:prstGeom>
              <a:solidFill>
                <a:srgbClr val="2B3B5D">
                  <a:alpha val="7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1" name="Google Shape;1511;p163"/>
              <p:cNvSpPr txBox="1"/>
              <p:nvPr/>
            </p:nvSpPr>
            <p:spPr>
              <a:xfrm>
                <a:off x="0" y="0"/>
                <a:ext cx="8001000" cy="523800"/>
              </a:xfrm>
              <a:prstGeom prst="rect">
                <a:avLst/>
              </a:prstGeom>
              <a:noFill/>
              <a:ln>
                <a:noFill/>
              </a:ln>
            </p:spPr>
            <p:txBody>
              <a:bodyPr anchorCtr="0" anchor="ctr" bIns="0" lIns="190500" spcFirstLastPara="1" rIns="190500" wrap="square" tIns="0">
                <a:noAutofit/>
              </a:bodyPr>
              <a:lstStyle/>
              <a:p>
                <a:pPr indent="0" lvl="0" marL="0" rtl="0" algn="ctr">
                  <a:spcBef>
                    <a:spcPts val="0"/>
                  </a:spcBef>
                  <a:spcAft>
                    <a:spcPts val="0"/>
                  </a:spcAft>
                  <a:buNone/>
                </a:pPr>
                <a:r>
                  <a:rPr b="1" lang="en" sz="1200">
                    <a:solidFill>
                      <a:srgbClr val="2B3B5D"/>
                    </a:solidFill>
                    <a:latin typeface="Be Vietnam Pro"/>
                    <a:ea typeface="Be Vietnam Pro"/>
                    <a:cs typeface="Be Vietnam Pro"/>
                    <a:sym typeface="Be Vietnam Pro"/>
                  </a:rPr>
                  <a:t>CÔNG THỨC PHÂN RÃ: </a:t>
                </a:r>
                <a:r>
                  <a:rPr lang="en" sz="1200">
                    <a:solidFill>
                      <a:srgbClr val="0E1D35"/>
                    </a:solidFill>
                    <a:latin typeface="Be Vietnam Pro"/>
                    <a:ea typeface="Be Vietnam Pro"/>
                    <a:cs typeface="Be Vietnam Pro"/>
                    <a:sym typeface="Be Vietnam Pro"/>
                  </a:rPr>
                  <a:t>Root = Branch 1 x </a:t>
                </a:r>
                <a:r>
                  <a:rPr lang="en" sz="1200">
                    <a:solidFill>
                      <a:schemeClr val="dk1"/>
                    </a:solidFill>
                    <a:latin typeface="Be Vietnam Pro"/>
                    <a:ea typeface="Be Vietnam Pro"/>
                    <a:cs typeface="Be Vietnam Pro"/>
                    <a:sym typeface="Be Vietnam Pro"/>
                  </a:rPr>
                  <a:t>Branch </a:t>
                </a:r>
                <a:r>
                  <a:rPr lang="en" sz="1200">
                    <a:solidFill>
                      <a:srgbClr val="0E1D35"/>
                    </a:solidFill>
                    <a:latin typeface="Be Vietnam Pro"/>
                    <a:ea typeface="Be Vietnam Pro"/>
                    <a:cs typeface="Be Vietnam Pro"/>
                    <a:sym typeface="Be Vietnam Pro"/>
                  </a:rPr>
                  <a:t>2 x </a:t>
                </a:r>
                <a:r>
                  <a:rPr lang="en" sz="1200">
                    <a:solidFill>
                      <a:schemeClr val="dk1"/>
                    </a:solidFill>
                    <a:latin typeface="Be Vietnam Pro"/>
                    <a:ea typeface="Be Vietnam Pro"/>
                    <a:cs typeface="Be Vietnam Pro"/>
                    <a:sym typeface="Be Vietnam Pro"/>
                  </a:rPr>
                  <a:t>Branch </a:t>
                </a:r>
                <a:r>
                  <a:rPr lang="en" sz="1200">
                    <a:solidFill>
                      <a:srgbClr val="0E1D35"/>
                    </a:solidFill>
                    <a:latin typeface="Be Vietnam Pro"/>
                    <a:ea typeface="Be Vietnam Pro"/>
                    <a:cs typeface="Be Vietnam Pro"/>
                    <a:sym typeface="Be Vietnam Pro"/>
                  </a:rPr>
                  <a:t>3 x </a:t>
                </a:r>
                <a:r>
                  <a:rPr lang="en" sz="1200">
                    <a:solidFill>
                      <a:schemeClr val="dk1"/>
                    </a:solidFill>
                    <a:latin typeface="Be Vietnam Pro"/>
                    <a:ea typeface="Be Vietnam Pro"/>
                    <a:cs typeface="Be Vietnam Pro"/>
                    <a:sym typeface="Be Vietnam Pro"/>
                  </a:rPr>
                  <a:t>Branch </a:t>
                </a:r>
                <a:r>
                  <a:rPr lang="en" sz="1200">
                    <a:solidFill>
                      <a:srgbClr val="0E1D35"/>
                    </a:solidFill>
                    <a:latin typeface="Be Vietnam Pro"/>
                    <a:ea typeface="Be Vietnam Pro"/>
                    <a:cs typeface="Be Vietnam Pro"/>
                    <a:sym typeface="Be Vietnam Pro"/>
                  </a:rPr>
                  <a:t>4 </a:t>
                </a:r>
                <a:endParaRPr sz="1200">
                  <a:solidFill>
                    <a:srgbClr val="0E1D35"/>
                  </a:solidFill>
                  <a:latin typeface="Be Vietnam Pro"/>
                  <a:ea typeface="Be Vietnam Pro"/>
                  <a:cs typeface="Be Vietnam Pro"/>
                  <a:sym typeface="Be Vietnam Pro"/>
                </a:endParaRPr>
              </a:p>
            </p:txBody>
          </p:sp>
        </p:grpSp>
      </p:grpSp>
      <p:sp>
        <p:nvSpPr>
          <p:cNvPr id="1512" name="Google Shape;1512;p163"/>
          <p:cNvSpPr txBox="1"/>
          <p:nvPr/>
        </p:nvSpPr>
        <p:spPr>
          <a:xfrm>
            <a:off x="110925" y="4532500"/>
            <a:ext cx="381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1020">
                <a:solidFill>
                  <a:schemeClr val="lt2"/>
                </a:solidFill>
                <a:latin typeface="Be Vietnam Pro"/>
                <a:ea typeface="Be Vietnam Pro"/>
                <a:cs typeface="Be Vietnam Pro"/>
                <a:sym typeface="Be Vietnam Pro"/>
              </a:rPr>
              <a:t>Báo cáo phân tích - Nguyễn Đức Phúc Kiên</a:t>
            </a:r>
            <a:endParaRPr i="1" sz="1020">
              <a:solidFill>
                <a:schemeClr val="lt2"/>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164"/>
          <p:cNvSpPr txBox="1"/>
          <p:nvPr>
            <p:ph idx="4" type="subTitle"/>
          </p:nvPr>
        </p:nvSpPr>
        <p:spPr>
          <a:xfrm>
            <a:off x="1628225" y="2965100"/>
            <a:ext cx="6267600" cy="35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Be Vietnam Pro"/>
                <a:ea typeface="Be Vietnam Pro"/>
                <a:cs typeface="Be Vietnam Pro"/>
                <a:sym typeface="Be Vietnam Pro"/>
              </a:rPr>
              <a:t>Đáy phễu</a:t>
            </a:r>
            <a:endParaRPr b="1">
              <a:latin typeface="Be Vietnam Pro"/>
              <a:ea typeface="Be Vietnam Pro"/>
              <a:cs typeface="Be Vietnam Pro"/>
              <a:sym typeface="Be Vietnam Pro"/>
            </a:endParaRPr>
          </a:p>
        </p:txBody>
      </p:sp>
      <p:sp>
        <p:nvSpPr>
          <p:cNvPr id="1518" name="Google Shape;1518;p164"/>
          <p:cNvSpPr txBox="1"/>
          <p:nvPr>
            <p:ph type="title"/>
          </p:nvPr>
        </p:nvSpPr>
        <p:spPr>
          <a:xfrm>
            <a:off x="720000" y="5876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Be Vietnam Pro"/>
                <a:ea typeface="Be Vietnam Pro"/>
                <a:cs typeface="Be Vietnam Pro"/>
                <a:sym typeface="Be Vietnam Pro"/>
              </a:rPr>
              <a:t>Vấn đề</a:t>
            </a:r>
            <a:endParaRPr b="1" sz="2400">
              <a:latin typeface="Be Vietnam Pro"/>
              <a:ea typeface="Be Vietnam Pro"/>
              <a:cs typeface="Be Vietnam Pro"/>
              <a:sym typeface="Be Vietnam Pro"/>
            </a:endParaRPr>
          </a:p>
        </p:txBody>
      </p:sp>
      <p:sp>
        <p:nvSpPr>
          <p:cNvPr id="1519" name="Google Shape;1519;p164"/>
          <p:cNvSpPr txBox="1"/>
          <p:nvPr>
            <p:ph idx="1" type="subTitle"/>
          </p:nvPr>
        </p:nvSpPr>
        <p:spPr>
          <a:xfrm>
            <a:off x="1628225" y="3279925"/>
            <a:ext cx="6267600" cy="7029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sz="1100">
                <a:latin typeface="Be Vietnam Pro"/>
                <a:ea typeface="Be Vietnam Pro"/>
                <a:cs typeface="Be Vietnam Pro"/>
                <a:sym typeface="Be Vietnam Pro"/>
              </a:rPr>
              <a:t>Chỉ có </a:t>
            </a:r>
            <a:r>
              <a:rPr lang="en" sz="1100">
                <a:solidFill>
                  <a:srgbClr val="DC2626"/>
                </a:solidFill>
                <a:latin typeface="Be Vietnam Pro"/>
                <a:ea typeface="Be Vietnam Pro"/>
                <a:cs typeface="Be Vietnam Pro"/>
                <a:sym typeface="Be Vietnam Pro"/>
              </a:rPr>
              <a:t>50.11% </a:t>
            </a:r>
            <a:r>
              <a:rPr lang="en" sz="1100">
                <a:latin typeface="Be Vietnam Pro"/>
                <a:ea typeface="Be Vietnam Pro"/>
                <a:cs typeface="Be Vietnam Pro"/>
                <a:sym typeface="Be Vietnam Pro"/>
              </a:rPr>
              <a:t>số khách hàng đã bắt đầu tiến trình thanh toán (Checkout) thực sự hoàn tất đơn hàng. Việc </a:t>
            </a:r>
            <a:r>
              <a:rPr b="1" lang="en" sz="1100">
                <a:latin typeface="Be Vietnam Pro"/>
                <a:ea typeface="Be Vietnam Pro"/>
                <a:cs typeface="Be Vietnam Pro"/>
                <a:sym typeface="Be Vietnam Pro"/>
              </a:rPr>
              <a:t>mất đi một nửa số khách hàn</a:t>
            </a:r>
            <a:r>
              <a:rPr lang="en" sz="1100">
                <a:latin typeface="Be Vietnam Pro"/>
                <a:ea typeface="Be Vietnam Pro"/>
                <a:cs typeface="Be Vietnam Pro"/>
                <a:sym typeface="Be Vietnam Pro"/>
              </a:rPr>
              <a:t>g ở bước có "ý định mua hàng cao nhất" là một sự lãng phí rất lớn về doanh thu.</a:t>
            </a:r>
            <a:endParaRPr sz="1100">
              <a:latin typeface="Be Vietnam Pro"/>
              <a:ea typeface="Be Vietnam Pro"/>
              <a:cs typeface="Be Vietnam Pro"/>
              <a:sym typeface="Be Vietnam Pro"/>
            </a:endParaRPr>
          </a:p>
        </p:txBody>
      </p:sp>
      <p:sp>
        <p:nvSpPr>
          <p:cNvPr id="1520" name="Google Shape;1520;p164"/>
          <p:cNvSpPr txBox="1"/>
          <p:nvPr>
            <p:ph idx="2" type="subTitle"/>
          </p:nvPr>
        </p:nvSpPr>
        <p:spPr>
          <a:xfrm>
            <a:off x="1628225" y="1844602"/>
            <a:ext cx="6267600" cy="5727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sz="1100">
                <a:latin typeface="Be Vietnam Pro"/>
                <a:ea typeface="Be Vietnam Pro"/>
                <a:cs typeface="Be Vietnam Pro"/>
                <a:sym typeface="Be Vietnam Pro"/>
              </a:rPr>
              <a:t>Chỉ có </a:t>
            </a:r>
            <a:r>
              <a:rPr lang="en" sz="1100">
                <a:solidFill>
                  <a:srgbClr val="DC2626"/>
                </a:solidFill>
                <a:latin typeface="Be Vietnam Pro"/>
                <a:ea typeface="Be Vietnam Pro"/>
                <a:cs typeface="Be Vietnam Pro"/>
                <a:sym typeface="Be Vietnam Pro"/>
              </a:rPr>
              <a:t>44.45%</a:t>
            </a:r>
            <a:r>
              <a:rPr lang="en" sz="1100">
                <a:latin typeface="Be Vietnam Pro"/>
                <a:ea typeface="Be Vietnam Pro"/>
                <a:cs typeface="Be Vietnam Pro"/>
                <a:sym typeface="Be Vietnam Pro"/>
              </a:rPr>
              <a:t> tổng lượng traffic tiếp cận được trang chi tiết sản phẩm. Điều này có nghĩa là hơn </a:t>
            </a:r>
            <a:r>
              <a:rPr lang="en" sz="1100">
                <a:solidFill>
                  <a:srgbClr val="DC2626"/>
                </a:solidFill>
                <a:latin typeface="Be Vietnam Pro"/>
                <a:ea typeface="Be Vietnam Pro"/>
                <a:cs typeface="Be Vietnam Pro"/>
                <a:sym typeface="Be Vietnam Pro"/>
              </a:rPr>
              <a:t>55%</a:t>
            </a:r>
            <a:r>
              <a:rPr lang="en" sz="1100">
                <a:latin typeface="Be Vietnam Pro"/>
                <a:ea typeface="Be Vietnam Pro"/>
                <a:cs typeface="Be Vietnam Pro"/>
                <a:sym typeface="Be Vietnam Pro"/>
              </a:rPr>
              <a:t> lượng truy cập đã rời đi (Bounce) ngay từ trang chủ, trang danh </a:t>
            </a:r>
            <a:r>
              <a:rPr lang="en" sz="1100">
                <a:latin typeface="Be Vietnam Pro"/>
                <a:ea typeface="Be Vietnam Pro"/>
                <a:cs typeface="Be Vietnam Pro"/>
                <a:sym typeface="Be Vietnam Pro"/>
              </a:rPr>
              <a:t>mục</a:t>
            </a:r>
            <a:r>
              <a:rPr lang="en" sz="1100">
                <a:latin typeface="Be Vietnam Pro"/>
                <a:ea typeface="Be Vietnam Pro"/>
                <a:cs typeface="Be Vietnam Pro"/>
                <a:sym typeface="Be Vietnam Pro"/>
              </a:rPr>
              <a:t> hoặc các trang bài viết.</a:t>
            </a:r>
            <a:endParaRPr sz="1100">
              <a:latin typeface="Be Vietnam Pro"/>
              <a:ea typeface="Be Vietnam Pro"/>
              <a:cs typeface="Be Vietnam Pro"/>
              <a:sym typeface="Be Vietnam Pro"/>
            </a:endParaRPr>
          </a:p>
        </p:txBody>
      </p:sp>
      <p:sp>
        <p:nvSpPr>
          <p:cNvPr id="1521" name="Google Shape;1521;p164"/>
          <p:cNvSpPr txBox="1"/>
          <p:nvPr>
            <p:ph idx="3" type="subTitle"/>
          </p:nvPr>
        </p:nvSpPr>
        <p:spPr>
          <a:xfrm>
            <a:off x="1628225" y="1489400"/>
            <a:ext cx="6267600" cy="35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Be Vietnam Pro"/>
                <a:ea typeface="Be Vietnam Pro"/>
                <a:cs typeface="Be Vietnam Pro"/>
                <a:sym typeface="Be Vietnam Pro"/>
              </a:rPr>
              <a:t>Đầu phễu</a:t>
            </a:r>
            <a:endParaRPr b="1">
              <a:latin typeface="Be Vietnam Pro"/>
              <a:ea typeface="Be Vietnam Pro"/>
              <a:cs typeface="Be Vietnam Pro"/>
              <a:sym typeface="Be Vietnam Pro"/>
            </a:endParaRPr>
          </a:p>
        </p:txBody>
      </p:sp>
      <p:sp>
        <p:nvSpPr>
          <p:cNvPr id="1522" name="Google Shape;1522;p164"/>
          <p:cNvSpPr/>
          <p:nvPr/>
        </p:nvSpPr>
        <p:spPr>
          <a:xfrm>
            <a:off x="1246625" y="3098975"/>
            <a:ext cx="153000" cy="702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Medium"/>
              <a:ea typeface="Raleway Medium"/>
              <a:cs typeface="Raleway Medium"/>
              <a:sym typeface="Raleway Medium"/>
            </a:endParaRPr>
          </a:p>
        </p:txBody>
      </p:sp>
      <p:sp>
        <p:nvSpPr>
          <p:cNvPr id="1523" name="Google Shape;1523;p164"/>
          <p:cNvSpPr/>
          <p:nvPr/>
        </p:nvSpPr>
        <p:spPr>
          <a:xfrm>
            <a:off x="1246625" y="1662038"/>
            <a:ext cx="153000" cy="702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Medium"/>
              <a:ea typeface="Raleway Medium"/>
              <a:cs typeface="Raleway Medium"/>
              <a:sym typeface="Raleway Medium"/>
            </a:endParaRPr>
          </a:p>
        </p:txBody>
      </p:sp>
      <p:sp>
        <p:nvSpPr>
          <p:cNvPr id="1524" name="Google Shape;1524;p164"/>
          <p:cNvSpPr txBox="1"/>
          <p:nvPr>
            <p:ph idx="4294967295" type="subTitle"/>
          </p:nvPr>
        </p:nvSpPr>
        <p:spPr>
          <a:xfrm>
            <a:off x="85325" y="4267075"/>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165"/>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latin typeface="Be Vietnam Pro ExtraBold"/>
                <a:ea typeface="Be Vietnam Pro ExtraBold"/>
                <a:cs typeface="Be Vietnam Pro ExtraBold"/>
                <a:sym typeface="Be Vietnam Pro ExtraBold"/>
              </a:rPr>
              <a:t>Xác định nguyên nhân</a:t>
            </a:r>
            <a:endParaRPr sz="4300">
              <a:latin typeface="Be Vietnam Pro ExtraBold"/>
              <a:ea typeface="Be Vietnam Pro ExtraBold"/>
              <a:cs typeface="Be Vietnam Pro ExtraBold"/>
              <a:sym typeface="Be Vietnam Pro ExtraBold"/>
            </a:endParaRPr>
          </a:p>
        </p:txBody>
      </p:sp>
      <p:sp>
        <p:nvSpPr>
          <p:cNvPr id="1530" name="Google Shape;1530;p165"/>
          <p:cNvSpPr txBox="1"/>
          <p:nvPr>
            <p:ph idx="1" type="subTitle"/>
          </p:nvPr>
        </p:nvSpPr>
        <p:spPr>
          <a:xfrm>
            <a:off x="2817525" y="3212000"/>
            <a:ext cx="3509100" cy="41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Đặt giả thuyết phân tích</a:t>
            </a:r>
            <a:endParaRPr i="1">
              <a:latin typeface="Be Vietnam Pro Medium"/>
              <a:ea typeface="Be Vietnam Pro Medium"/>
              <a:cs typeface="Be Vietnam Pro Medium"/>
              <a:sym typeface="Be Vietnam Pro Medium"/>
            </a:endParaRPr>
          </a:p>
        </p:txBody>
      </p:sp>
      <p:sp>
        <p:nvSpPr>
          <p:cNvPr id="1531" name="Google Shape;1531;p165"/>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532" name="Google Shape;1532;p165"/>
          <p:cNvGrpSpPr/>
          <p:nvPr/>
        </p:nvGrpSpPr>
        <p:grpSpPr>
          <a:xfrm>
            <a:off x="0" y="0"/>
            <a:ext cx="1199700" cy="2654850"/>
            <a:chOff x="0" y="0"/>
            <a:chExt cx="1199700" cy="2654850"/>
          </a:xfrm>
        </p:grpSpPr>
        <p:sp>
          <p:nvSpPr>
            <p:cNvPr id="1533" name="Google Shape;1533;p165"/>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34" name="Google Shape;1534;p165"/>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35" name="Google Shape;1535;p165"/>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36" name="Google Shape;1536;p165"/>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537" name="Google Shape;1537;p165"/>
          <p:cNvGrpSpPr/>
          <p:nvPr/>
        </p:nvGrpSpPr>
        <p:grpSpPr>
          <a:xfrm>
            <a:off x="7944300" y="2494350"/>
            <a:ext cx="1199700" cy="2654875"/>
            <a:chOff x="7944300" y="2494350"/>
            <a:chExt cx="1199700" cy="2654875"/>
          </a:xfrm>
        </p:grpSpPr>
        <p:sp>
          <p:nvSpPr>
            <p:cNvPr id="1538" name="Google Shape;1538;p165"/>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39" name="Google Shape;1539;p165"/>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40" name="Google Shape;1540;p165"/>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41" name="Google Shape;1541;p165"/>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542" name="Google Shape;1542;p165"/>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46" name="Shape 1546"/>
        <p:cNvGrpSpPr/>
        <p:nvPr/>
      </p:nvGrpSpPr>
      <p:grpSpPr>
        <a:xfrm>
          <a:off x="0" y="0"/>
          <a:ext cx="0" cy="0"/>
          <a:chOff x="0" y="0"/>
          <a:chExt cx="0" cy="0"/>
        </a:xfrm>
      </p:grpSpPr>
      <p:grpSp>
        <p:nvGrpSpPr>
          <p:cNvPr id="1547" name="Google Shape;1547;p166"/>
          <p:cNvGrpSpPr/>
          <p:nvPr/>
        </p:nvGrpSpPr>
        <p:grpSpPr>
          <a:xfrm>
            <a:off x="0" y="275063"/>
            <a:ext cx="9144000" cy="4868441"/>
            <a:chOff x="0" y="275063"/>
            <a:chExt cx="9144000" cy="4868441"/>
          </a:xfrm>
        </p:grpSpPr>
        <p:sp>
          <p:nvSpPr>
            <p:cNvPr id="1548" name="Google Shape;1548;p166"/>
            <p:cNvSpPr/>
            <p:nvPr/>
          </p:nvSpPr>
          <p:spPr>
            <a:xfrm>
              <a:off x="713225" y="275063"/>
              <a:ext cx="1449900" cy="160500"/>
            </a:xfrm>
            <a:prstGeom prst="rect">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9" name="Google Shape;1549;p166"/>
            <p:cNvSpPr/>
            <p:nvPr/>
          </p:nvSpPr>
          <p:spPr>
            <a:xfrm>
              <a:off x="0" y="4983004"/>
              <a:ext cx="9144000" cy="1605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0" name="Google Shape;1550;p166"/>
            <p:cNvSpPr/>
            <p:nvPr/>
          </p:nvSpPr>
          <p:spPr>
            <a:xfrm>
              <a:off x="0" y="4822498"/>
              <a:ext cx="9144000" cy="160500"/>
            </a:xfrm>
            <a:prstGeom prst="rect">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51" name="Google Shape;1551;p166"/>
          <p:cNvGrpSpPr/>
          <p:nvPr/>
        </p:nvGrpSpPr>
        <p:grpSpPr>
          <a:xfrm>
            <a:off x="8430779" y="0"/>
            <a:ext cx="713316" cy="857100"/>
            <a:chOff x="8430779" y="0"/>
            <a:chExt cx="713316" cy="857100"/>
          </a:xfrm>
        </p:grpSpPr>
        <p:sp>
          <p:nvSpPr>
            <p:cNvPr id="1552" name="Google Shape;1552;p166"/>
            <p:cNvSpPr/>
            <p:nvPr/>
          </p:nvSpPr>
          <p:spPr>
            <a:xfrm flipH="1" rot="10800000">
              <a:off x="8787395" y="0"/>
              <a:ext cx="356700" cy="857100"/>
            </a:xfrm>
            <a:prstGeom prst="rect">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3" name="Google Shape;1553;p166"/>
            <p:cNvSpPr/>
            <p:nvPr/>
          </p:nvSpPr>
          <p:spPr>
            <a:xfrm flipH="1" rot="10800000">
              <a:off x="8430779" y="0"/>
              <a:ext cx="356700" cy="8571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54" name="Google Shape;1554;p166"/>
          <p:cNvSpPr txBox="1"/>
          <p:nvPr/>
        </p:nvSpPr>
        <p:spPr>
          <a:xfrm>
            <a:off x="714375" y="428625"/>
            <a:ext cx="571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105">
                <a:solidFill>
                  <a:srgbClr val="0E1D35"/>
                </a:solidFill>
                <a:latin typeface="Be Vietnam Pro ExtraBold"/>
                <a:ea typeface="Be Vietnam Pro ExtraBold"/>
                <a:cs typeface="Be Vietnam Pro ExtraBold"/>
                <a:sym typeface="Be Vietnam Pro ExtraBold"/>
              </a:rPr>
              <a:t>Logic Tree: Phân rã Tỷ lệ chuyển đổi</a:t>
            </a:r>
            <a:endParaRPr sz="2105">
              <a:solidFill>
                <a:srgbClr val="0E1D35"/>
              </a:solidFill>
              <a:latin typeface="Be Vietnam Pro ExtraBold"/>
              <a:ea typeface="Be Vietnam Pro ExtraBold"/>
              <a:cs typeface="Be Vietnam Pro ExtraBold"/>
              <a:sym typeface="Be Vietnam Pro ExtraBold"/>
            </a:endParaRPr>
          </a:p>
        </p:txBody>
      </p:sp>
      <p:sp>
        <p:nvSpPr>
          <p:cNvPr id="1555" name="Google Shape;1555;p166"/>
          <p:cNvSpPr txBox="1"/>
          <p:nvPr/>
        </p:nvSpPr>
        <p:spPr>
          <a:xfrm>
            <a:off x="110925" y="4532500"/>
            <a:ext cx="381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1020">
                <a:solidFill>
                  <a:schemeClr val="lt2"/>
                </a:solidFill>
                <a:latin typeface="Be Vietnam Pro"/>
                <a:ea typeface="Be Vietnam Pro"/>
                <a:cs typeface="Be Vietnam Pro"/>
                <a:sym typeface="Be Vietnam Pro"/>
              </a:rPr>
              <a:t>Báo cáo phân tích - Nguyễn Đức Phúc Kiên</a:t>
            </a:r>
            <a:endParaRPr i="1" sz="1020">
              <a:solidFill>
                <a:schemeClr val="lt2"/>
              </a:solidFill>
              <a:latin typeface="Be Vietnam Pro"/>
              <a:ea typeface="Be Vietnam Pro"/>
              <a:cs typeface="Be Vietnam Pro"/>
              <a:sym typeface="Be Vietnam Pro"/>
            </a:endParaRPr>
          </a:p>
        </p:txBody>
      </p:sp>
      <p:grpSp>
        <p:nvGrpSpPr>
          <p:cNvPr id="1556" name="Google Shape;1556;p166"/>
          <p:cNvGrpSpPr/>
          <p:nvPr/>
        </p:nvGrpSpPr>
        <p:grpSpPr>
          <a:xfrm>
            <a:off x="571500" y="1000125"/>
            <a:ext cx="8001000" cy="514500"/>
            <a:chOff x="0" y="0"/>
            <a:chExt cx="8001000" cy="514500"/>
          </a:xfrm>
        </p:grpSpPr>
        <p:sp>
          <p:nvSpPr>
            <p:cNvPr id="1557" name="Google Shape;1557;p166"/>
            <p:cNvSpPr/>
            <p:nvPr/>
          </p:nvSpPr>
          <p:spPr>
            <a:xfrm>
              <a:off x="0" y="0"/>
              <a:ext cx="1714500" cy="514500"/>
            </a:xfrm>
            <a:prstGeom prst="roundRect">
              <a:avLst>
                <a:gd fmla="val 11111" name="adj"/>
              </a:avLst>
            </a:prstGeom>
            <a:solidFill>
              <a:srgbClr val="0E1D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8" name="Google Shape;1558;p166"/>
            <p:cNvSpPr txBox="1"/>
            <p:nvPr/>
          </p:nvSpPr>
          <p:spPr>
            <a:xfrm>
              <a:off x="0" y="0"/>
              <a:ext cx="17145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CBD5E1"/>
                  </a:solidFill>
                  <a:latin typeface="Be Vietnam Pro"/>
                  <a:ea typeface="Be Vietnam Pro"/>
                  <a:cs typeface="Be Vietnam Pro"/>
                  <a:sym typeface="Be Vietnam Pro"/>
                </a:rPr>
                <a:t>BRANCH 1</a:t>
              </a:r>
              <a:endParaRPr b="1" sz="700">
                <a:solidFill>
                  <a:srgbClr val="CBD5E1"/>
                </a:solidFill>
                <a:latin typeface="Be Vietnam Pro"/>
                <a:ea typeface="Be Vietnam Pro"/>
                <a:cs typeface="Be Vietnam Pro"/>
                <a:sym typeface="Be Vietnam Pro"/>
              </a:endParaRPr>
            </a:p>
            <a:p>
              <a:pPr indent="0" lvl="0" marL="0" rtl="0" algn="ctr">
                <a:spcBef>
                  <a:spcPts val="150"/>
                </a:spcBef>
                <a:spcAft>
                  <a:spcPts val="0"/>
                </a:spcAft>
                <a:buNone/>
              </a:pPr>
              <a:r>
                <a:rPr b="1" lang="en" sz="1000">
                  <a:solidFill>
                    <a:srgbClr val="FFFFFF"/>
                  </a:solidFill>
                  <a:latin typeface="Be Vietnam Pro"/>
                  <a:ea typeface="Be Vietnam Pro"/>
                  <a:cs typeface="Be Vietnam Pro"/>
                  <a:sym typeface="Be Vietnam Pro"/>
                </a:rPr>
                <a:t>Product View: </a:t>
              </a:r>
              <a:r>
                <a:rPr b="1" lang="en" sz="1000">
                  <a:solidFill>
                    <a:srgbClr val="FF6B65"/>
                  </a:solidFill>
                  <a:latin typeface="Be Vietnam Pro"/>
                  <a:ea typeface="Be Vietnam Pro"/>
                  <a:cs typeface="Be Vietnam Pro"/>
                  <a:sym typeface="Be Vietnam Pro"/>
                </a:rPr>
                <a:t>44.45%</a:t>
              </a:r>
              <a:endParaRPr b="1" sz="1000">
                <a:solidFill>
                  <a:srgbClr val="FFFFFF"/>
                </a:solidFill>
                <a:latin typeface="Be Vietnam Pro"/>
                <a:ea typeface="Be Vietnam Pro"/>
                <a:cs typeface="Be Vietnam Pro"/>
                <a:sym typeface="Be Vietnam Pro"/>
              </a:endParaRPr>
            </a:p>
          </p:txBody>
        </p:sp>
        <p:sp>
          <p:nvSpPr>
            <p:cNvPr id="1559" name="Google Shape;1559;p166"/>
            <p:cNvSpPr/>
            <p:nvPr/>
          </p:nvSpPr>
          <p:spPr>
            <a:xfrm>
              <a:off x="1809750" y="257175"/>
              <a:ext cx="142800" cy="0"/>
            </a:xfrm>
            <a:custGeom>
              <a:rect b="b" l="l" r="r" t="t"/>
              <a:pathLst>
                <a:path extrusionOk="0" h="120000" w="120000">
                  <a:moveTo>
                    <a:pt x="0" y="0"/>
                  </a:moveTo>
                  <a:lnTo>
                    <a:pt x="120000" y="0"/>
                  </a:lnTo>
                </a:path>
              </a:pathLst>
            </a:custGeom>
            <a:solidFill>
              <a:srgbClr val="000000">
                <a:alpha val="0"/>
              </a:srgbClr>
            </a:solidFill>
            <a:ln cap="flat" cmpd="sng" w="19050">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0" name="Google Shape;1560;p166"/>
            <p:cNvSpPr/>
            <p:nvPr/>
          </p:nvSpPr>
          <p:spPr>
            <a:xfrm>
              <a:off x="1952625" y="228600"/>
              <a:ext cx="57300" cy="57300"/>
            </a:xfrm>
            <a:custGeom>
              <a:rect b="b" l="l" r="r" t="t"/>
              <a:pathLst>
                <a:path extrusionOk="0" h="120000" w="120000">
                  <a:moveTo>
                    <a:pt x="0" y="0"/>
                  </a:moveTo>
                  <a:lnTo>
                    <a:pt x="120000" y="60000"/>
                  </a:lnTo>
                  <a:lnTo>
                    <a:pt x="0" y="120000"/>
                  </a:lnTo>
                  <a:close/>
                </a:path>
              </a:pathLst>
            </a:cu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1" name="Google Shape;1561;p166"/>
            <p:cNvSpPr/>
            <p:nvPr/>
          </p:nvSpPr>
          <p:spPr>
            <a:xfrm>
              <a:off x="2095500" y="0"/>
              <a:ext cx="1714500" cy="514500"/>
            </a:xfrm>
            <a:prstGeom prst="roundRect">
              <a:avLst>
                <a:gd fmla="val 11111" name="adj"/>
              </a:avLst>
            </a:prstGeom>
            <a:solidFill>
              <a:srgbClr val="1C2E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2" name="Google Shape;1562;p166"/>
            <p:cNvSpPr txBox="1"/>
            <p:nvPr/>
          </p:nvSpPr>
          <p:spPr>
            <a:xfrm>
              <a:off x="2095500" y="0"/>
              <a:ext cx="17145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CBD5E1"/>
                  </a:solidFill>
                  <a:latin typeface="Be Vietnam Pro"/>
                  <a:ea typeface="Be Vietnam Pro"/>
                  <a:cs typeface="Be Vietnam Pro"/>
                  <a:sym typeface="Be Vietnam Pro"/>
                </a:rPr>
                <a:t>BRANCH 2</a:t>
              </a:r>
              <a:endParaRPr b="1" sz="700">
                <a:solidFill>
                  <a:srgbClr val="CBD5E1"/>
                </a:solidFill>
                <a:latin typeface="Be Vietnam Pro"/>
                <a:ea typeface="Be Vietnam Pro"/>
                <a:cs typeface="Be Vietnam Pro"/>
                <a:sym typeface="Be Vietnam Pro"/>
              </a:endParaRPr>
            </a:p>
            <a:p>
              <a:pPr indent="0" lvl="0" marL="0" rtl="0" algn="ctr">
                <a:spcBef>
                  <a:spcPts val="150"/>
                </a:spcBef>
                <a:spcAft>
                  <a:spcPts val="0"/>
                </a:spcAft>
                <a:buNone/>
              </a:pPr>
              <a:r>
                <a:rPr b="1" lang="en" sz="1000">
                  <a:solidFill>
                    <a:srgbClr val="FFFFFF"/>
                  </a:solidFill>
                  <a:latin typeface="Be Vietnam Pro"/>
                  <a:ea typeface="Be Vietnam Pro"/>
                  <a:cs typeface="Be Vietnam Pro"/>
                  <a:sym typeface="Be Vietnam Pro"/>
                </a:rPr>
                <a:t>Add-to-cart: </a:t>
              </a:r>
              <a:r>
                <a:rPr b="1" lang="en" sz="1000">
                  <a:solidFill>
                    <a:srgbClr val="22C55E"/>
                  </a:solidFill>
                  <a:latin typeface="Be Vietnam Pro"/>
                  <a:ea typeface="Be Vietnam Pro"/>
                  <a:cs typeface="Be Vietnam Pro"/>
                  <a:sym typeface="Be Vietnam Pro"/>
                </a:rPr>
                <a:t>45.17%</a:t>
              </a:r>
              <a:endParaRPr b="1" sz="1000">
                <a:solidFill>
                  <a:srgbClr val="FFFFFF"/>
                </a:solidFill>
                <a:latin typeface="Be Vietnam Pro"/>
                <a:ea typeface="Be Vietnam Pro"/>
                <a:cs typeface="Be Vietnam Pro"/>
                <a:sym typeface="Be Vietnam Pro"/>
              </a:endParaRPr>
            </a:p>
          </p:txBody>
        </p:sp>
        <p:sp>
          <p:nvSpPr>
            <p:cNvPr id="1563" name="Google Shape;1563;p166"/>
            <p:cNvSpPr/>
            <p:nvPr/>
          </p:nvSpPr>
          <p:spPr>
            <a:xfrm>
              <a:off x="3905250" y="257175"/>
              <a:ext cx="142800" cy="0"/>
            </a:xfrm>
            <a:custGeom>
              <a:rect b="b" l="l" r="r" t="t"/>
              <a:pathLst>
                <a:path extrusionOk="0" h="120000" w="120000">
                  <a:moveTo>
                    <a:pt x="0" y="0"/>
                  </a:moveTo>
                  <a:lnTo>
                    <a:pt x="120000" y="0"/>
                  </a:lnTo>
                </a:path>
              </a:pathLst>
            </a:custGeom>
            <a:solidFill>
              <a:srgbClr val="000000">
                <a:alpha val="0"/>
              </a:srgbClr>
            </a:solidFill>
            <a:ln cap="flat" cmpd="sng" w="19050">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4" name="Google Shape;1564;p166"/>
            <p:cNvSpPr/>
            <p:nvPr/>
          </p:nvSpPr>
          <p:spPr>
            <a:xfrm>
              <a:off x="4048125" y="228600"/>
              <a:ext cx="57300" cy="57300"/>
            </a:xfrm>
            <a:custGeom>
              <a:rect b="b" l="l" r="r" t="t"/>
              <a:pathLst>
                <a:path extrusionOk="0" h="120000" w="120000">
                  <a:moveTo>
                    <a:pt x="0" y="0"/>
                  </a:moveTo>
                  <a:lnTo>
                    <a:pt x="120000" y="60000"/>
                  </a:lnTo>
                  <a:lnTo>
                    <a:pt x="0" y="120000"/>
                  </a:lnTo>
                  <a:close/>
                </a:path>
              </a:pathLst>
            </a:cu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5" name="Google Shape;1565;p166"/>
            <p:cNvSpPr/>
            <p:nvPr/>
          </p:nvSpPr>
          <p:spPr>
            <a:xfrm>
              <a:off x="4191000" y="0"/>
              <a:ext cx="1714500" cy="514500"/>
            </a:xfrm>
            <a:prstGeom prst="roundRect">
              <a:avLst>
                <a:gd fmla="val 11111" name="adj"/>
              </a:avLst>
            </a:prstGeom>
            <a:solidFill>
              <a:srgbClr val="1C2E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6" name="Google Shape;1566;p166"/>
            <p:cNvSpPr txBox="1"/>
            <p:nvPr/>
          </p:nvSpPr>
          <p:spPr>
            <a:xfrm>
              <a:off x="4191000" y="0"/>
              <a:ext cx="17145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CBD5E1"/>
                  </a:solidFill>
                  <a:latin typeface="Be Vietnam Pro"/>
                  <a:ea typeface="Be Vietnam Pro"/>
                  <a:cs typeface="Be Vietnam Pro"/>
                  <a:sym typeface="Be Vietnam Pro"/>
                </a:rPr>
                <a:t>BRANCH 3</a:t>
              </a:r>
              <a:endParaRPr b="1" sz="700">
                <a:solidFill>
                  <a:srgbClr val="CBD5E1"/>
                </a:solidFill>
                <a:latin typeface="Be Vietnam Pro"/>
                <a:ea typeface="Be Vietnam Pro"/>
                <a:cs typeface="Be Vietnam Pro"/>
                <a:sym typeface="Be Vietnam Pro"/>
              </a:endParaRPr>
            </a:p>
            <a:p>
              <a:pPr indent="0" lvl="0" marL="0" rtl="0" algn="ctr">
                <a:spcBef>
                  <a:spcPts val="150"/>
                </a:spcBef>
                <a:spcAft>
                  <a:spcPts val="0"/>
                </a:spcAft>
                <a:buNone/>
              </a:pPr>
              <a:r>
                <a:rPr b="1" lang="en" sz="1000">
                  <a:solidFill>
                    <a:srgbClr val="FFFFFF"/>
                  </a:solidFill>
                  <a:latin typeface="Be Vietnam Pro"/>
                  <a:ea typeface="Be Vietnam Pro"/>
                  <a:cs typeface="Be Vietnam Pro"/>
                  <a:sym typeface="Be Vietnam Pro"/>
                </a:rPr>
                <a:t>Checkout Init: </a:t>
              </a:r>
              <a:r>
                <a:rPr b="1" lang="en" sz="1000">
                  <a:solidFill>
                    <a:srgbClr val="22C55E"/>
                  </a:solidFill>
                  <a:latin typeface="Be Vietnam Pro"/>
                  <a:ea typeface="Be Vietnam Pro"/>
                  <a:cs typeface="Be Vietnam Pro"/>
                  <a:sym typeface="Be Vietnam Pro"/>
                </a:rPr>
                <a:t>67.91%</a:t>
              </a:r>
              <a:endParaRPr b="1" sz="1000">
                <a:solidFill>
                  <a:srgbClr val="FFFFFF"/>
                </a:solidFill>
                <a:latin typeface="Be Vietnam Pro"/>
                <a:ea typeface="Be Vietnam Pro"/>
                <a:cs typeface="Be Vietnam Pro"/>
                <a:sym typeface="Be Vietnam Pro"/>
              </a:endParaRPr>
            </a:p>
          </p:txBody>
        </p:sp>
        <p:sp>
          <p:nvSpPr>
            <p:cNvPr id="1567" name="Google Shape;1567;p166"/>
            <p:cNvSpPr/>
            <p:nvPr/>
          </p:nvSpPr>
          <p:spPr>
            <a:xfrm>
              <a:off x="6000750" y="257175"/>
              <a:ext cx="142800" cy="0"/>
            </a:xfrm>
            <a:custGeom>
              <a:rect b="b" l="l" r="r" t="t"/>
              <a:pathLst>
                <a:path extrusionOk="0" h="120000" w="120000">
                  <a:moveTo>
                    <a:pt x="0" y="0"/>
                  </a:moveTo>
                  <a:lnTo>
                    <a:pt x="120000" y="0"/>
                  </a:lnTo>
                </a:path>
              </a:pathLst>
            </a:custGeom>
            <a:solidFill>
              <a:srgbClr val="000000">
                <a:alpha val="0"/>
              </a:srgbClr>
            </a:solidFill>
            <a:ln cap="flat" cmpd="sng" w="19050">
              <a:solidFill>
                <a:srgbClr val="7C859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8" name="Google Shape;1568;p166"/>
            <p:cNvSpPr/>
            <p:nvPr/>
          </p:nvSpPr>
          <p:spPr>
            <a:xfrm>
              <a:off x="6143625" y="228600"/>
              <a:ext cx="57300" cy="57300"/>
            </a:xfrm>
            <a:custGeom>
              <a:rect b="b" l="l" r="r" t="t"/>
              <a:pathLst>
                <a:path extrusionOk="0" h="120000" w="120000">
                  <a:moveTo>
                    <a:pt x="0" y="0"/>
                  </a:moveTo>
                  <a:lnTo>
                    <a:pt x="120000" y="60000"/>
                  </a:lnTo>
                  <a:lnTo>
                    <a:pt x="0" y="120000"/>
                  </a:lnTo>
                  <a:close/>
                </a:path>
              </a:pathLst>
            </a:cu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9" name="Google Shape;1569;p166"/>
            <p:cNvSpPr/>
            <p:nvPr/>
          </p:nvSpPr>
          <p:spPr>
            <a:xfrm>
              <a:off x="6286500" y="0"/>
              <a:ext cx="1714500" cy="514500"/>
            </a:xfrm>
            <a:prstGeom prst="roundRect">
              <a:avLst>
                <a:gd fmla="val 11111" name="adj"/>
              </a:avLst>
            </a:prstGeom>
            <a:solidFill>
              <a:srgbClr val="0E1D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0" name="Google Shape;1570;p166"/>
            <p:cNvSpPr txBox="1"/>
            <p:nvPr/>
          </p:nvSpPr>
          <p:spPr>
            <a:xfrm>
              <a:off x="6286500" y="0"/>
              <a:ext cx="17145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CBD5E1"/>
                  </a:solidFill>
                  <a:latin typeface="Be Vietnam Pro"/>
                  <a:ea typeface="Be Vietnam Pro"/>
                  <a:cs typeface="Be Vietnam Pro"/>
                  <a:sym typeface="Be Vietnam Pro"/>
                </a:rPr>
                <a:t>BRANCH 4</a:t>
              </a:r>
              <a:endParaRPr b="1" sz="700">
                <a:solidFill>
                  <a:srgbClr val="CBD5E1"/>
                </a:solidFill>
                <a:latin typeface="Be Vietnam Pro"/>
                <a:ea typeface="Be Vietnam Pro"/>
                <a:cs typeface="Be Vietnam Pro"/>
                <a:sym typeface="Be Vietnam Pro"/>
              </a:endParaRPr>
            </a:p>
            <a:p>
              <a:pPr indent="0" lvl="0" marL="0" rtl="0" algn="ctr">
                <a:spcBef>
                  <a:spcPts val="150"/>
                </a:spcBef>
                <a:spcAft>
                  <a:spcPts val="0"/>
                </a:spcAft>
                <a:buNone/>
              </a:pPr>
              <a:r>
                <a:rPr b="1" lang="en" sz="1000">
                  <a:solidFill>
                    <a:srgbClr val="FFFFFF"/>
                  </a:solidFill>
                  <a:latin typeface="Be Vietnam Pro"/>
                  <a:ea typeface="Be Vietnam Pro"/>
                  <a:cs typeface="Be Vietnam Pro"/>
                  <a:sym typeface="Be Vietnam Pro"/>
                </a:rPr>
                <a:t>Purchase Rate: </a:t>
              </a:r>
              <a:r>
                <a:rPr b="1" lang="en" sz="1000">
                  <a:solidFill>
                    <a:srgbClr val="FF6B65"/>
                  </a:solidFill>
                  <a:latin typeface="Be Vietnam Pro"/>
                  <a:ea typeface="Be Vietnam Pro"/>
                  <a:cs typeface="Be Vietnam Pro"/>
                  <a:sym typeface="Be Vietnam Pro"/>
                </a:rPr>
                <a:t>50.11%</a:t>
              </a:r>
              <a:endParaRPr b="1" sz="1000">
                <a:solidFill>
                  <a:srgbClr val="FFFFFF"/>
                </a:solidFill>
                <a:latin typeface="Be Vietnam Pro"/>
                <a:ea typeface="Be Vietnam Pro"/>
                <a:cs typeface="Be Vietnam Pro"/>
                <a:sym typeface="Be Vietnam Pro"/>
              </a:endParaRPr>
            </a:p>
          </p:txBody>
        </p:sp>
      </p:grpSp>
      <p:grpSp>
        <p:nvGrpSpPr>
          <p:cNvPr id="1571" name="Google Shape;1571;p166"/>
          <p:cNvGrpSpPr/>
          <p:nvPr/>
        </p:nvGrpSpPr>
        <p:grpSpPr>
          <a:xfrm>
            <a:off x="571500" y="1714500"/>
            <a:ext cx="8001000" cy="2809800"/>
            <a:chOff x="0" y="0"/>
            <a:chExt cx="8001000" cy="2809800"/>
          </a:xfrm>
        </p:grpSpPr>
        <p:sp>
          <p:nvSpPr>
            <p:cNvPr id="1572" name="Google Shape;1572;p166"/>
            <p:cNvSpPr/>
            <p:nvPr/>
          </p:nvSpPr>
          <p:spPr>
            <a:xfrm>
              <a:off x="0" y="0"/>
              <a:ext cx="3810000" cy="2809800"/>
            </a:xfrm>
            <a:prstGeom prst="roundRect">
              <a:avLst>
                <a:gd fmla="val 2711" name="adj"/>
              </a:avLst>
            </a:prstGeom>
            <a:solidFill>
              <a:srgbClr val="FFFFFF"/>
            </a:solidFill>
            <a:ln cap="flat" cmpd="sng" w="19050">
              <a:solidFill>
                <a:srgbClr val="EFEF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3" name="Google Shape;1573;p166"/>
            <p:cNvSpPr/>
            <p:nvPr/>
          </p:nvSpPr>
          <p:spPr>
            <a:xfrm>
              <a:off x="0" y="0"/>
              <a:ext cx="3810000" cy="381000"/>
            </a:xfrm>
            <a:prstGeom prst="roundRect">
              <a:avLst>
                <a:gd fmla="val 20000" name="adj"/>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4" name="Google Shape;1574;p166"/>
            <p:cNvSpPr/>
            <p:nvPr/>
          </p:nvSpPr>
          <p:spPr>
            <a:xfrm>
              <a:off x="0" y="285750"/>
              <a:ext cx="3810000" cy="95400"/>
            </a:xfrm>
            <a:prstGeom prst="rect">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5" name="Google Shape;1575;p166"/>
            <p:cNvSpPr txBox="1"/>
            <p:nvPr/>
          </p:nvSpPr>
          <p:spPr>
            <a:xfrm>
              <a:off x="142875" y="47625"/>
              <a:ext cx="3524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E1D35"/>
                  </a:solidFill>
                  <a:latin typeface="Be Vietnam Pro"/>
                  <a:ea typeface="Be Vietnam Pro"/>
                  <a:cs typeface="Be Vietnam Pro"/>
                  <a:sym typeface="Be Vietnam Pro"/>
                </a:rPr>
                <a:t>GIẢ THUYẾT PHÂN TÍCH - NHÁNH 1</a:t>
              </a:r>
              <a:endParaRPr b="1" sz="1100">
                <a:solidFill>
                  <a:srgbClr val="0E1D35"/>
                </a:solidFill>
                <a:latin typeface="Be Vietnam Pro"/>
                <a:ea typeface="Be Vietnam Pro"/>
                <a:cs typeface="Be Vietnam Pro"/>
                <a:sym typeface="Be Vietnam Pro"/>
              </a:endParaRPr>
            </a:p>
          </p:txBody>
        </p:sp>
        <p:sp>
          <p:nvSpPr>
            <p:cNvPr id="1576" name="Google Shape;1576;p166"/>
            <p:cNvSpPr txBox="1"/>
            <p:nvPr/>
          </p:nvSpPr>
          <p:spPr>
            <a:xfrm>
              <a:off x="142875" y="476250"/>
              <a:ext cx="3524400" cy="22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50">
                  <a:solidFill>
                    <a:srgbClr val="2B3B5D"/>
                  </a:solidFill>
                  <a:latin typeface="Be Vietnam Pro"/>
                  <a:ea typeface="Be Vietnam Pro"/>
                  <a:cs typeface="Be Vietnam Pro"/>
                  <a:sym typeface="Be Vietnam Pro"/>
                </a:rPr>
                <a:t>• </a:t>
              </a:r>
              <a:r>
                <a:rPr b="1" lang="en" sz="1050">
                  <a:solidFill>
                    <a:srgbClr val="2B3B5D"/>
                  </a:solidFill>
                  <a:latin typeface="Be Vietnam Pro"/>
                  <a:ea typeface="Be Vietnam Pro"/>
                  <a:cs typeface="Be Vietnam Pro"/>
                  <a:sym typeface="Be Vietnam Pro"/>
                </a:rPr>
                <a:t>Trải nghiệm tìm kiếm/điều hướng:</a:t>
              </a:r>
              <a:r>
                <a:rPr lang="en" sz="1050">
                  <a:solidFill>
                    <a:srgbClr val="2B3B5D"/>
                  </a:solidFill>
                  <a:latin typeface="Be Vietnam Pro"/>
                  <a:ea typeface="Be Vietnam Pro"/>
                  <a:cs typeface="Be Vietnam Pro"/>
                  <a:sym typeface="Be Vietnam Pro"/>
                </a:rPr>
                <a:t> Từ trang landing đến trang xem sản phẩm có đang gây khó khăn cho khách hàng mới trong việc tìm đến trang sản phẩm hay không?</a:t>
              </a:r>
              <a:endParaRPr sz="1050">
                <a:solidFill>
                  <a:srgbClr val="2B3B5D"/>
                </a:solidFill>
                <a:latin typeface="Be Vietnam Pro"/>
                <a:ea typeface="Be Vietnam Pro"/>
                <a:cs typeface="Be Vietnam Pro"/>
                <a:sym typeface="Be Vietnam Pro"/>
              </a:endParaRPr>
            </a:p>
            <a:p>
              <a:pPr indent="0" lvl="0" marL="0" rtl="0" algn="l">
                <a:spcBef>
                  <a:spcPts val="750"/>
                </a:spcBef>
                <a:spcAft>
                  <a:spcPts val="0"/>
                </a:spcAft>
                <a:buNone/>
              </a:pPr>
              <a:r>
                <a:rPr lang="en" sz="1050">
                  <a:solidFill>
                    <a:srgbClr val="2B3B5D"/>
                  </a:solidFill>
                  <a:latin typeface="Be Vietnam Pro"/>
                  <a:ea typeface="Be Vietnam Pro"/>
                  <a:cs typeface="Be Vietnam Pro"/>
                  <a:sym typeface="Be Vietnam Pro"/>
                </a:rPr>
                <a:t>• </a:t>
              </a:r>
              <a:r>
                <a:rPr b="1" lang="en" sz="1050">
                  <a:solidFill>
                    <a:srgbClr val="2B3B5D"/>
                  </a:solidFill>
                  <a:latin typeface="Be Vietnam Pro"/>
                  <a:ea typeface="Be Vietnam Pro"/>
                  <a:cs typeface="Be Vietnam Pro"/>
                  <a:sym typeface="Be Vietnam Pro"/>
                </a:rPr>
                <a:t>Trang đích tiếp cận:</a:t>
              </a:r>
              <a:r>
                <a:rPr lang="en" sz="1050">
                  <a:solidFill>
                    <a:srgbClr val="2B3B5D"/>
                  </a:solidFill>
                  <a:latin typeface="Be Vietnam Pro"/>
                  <a:ea typeface="Be Vietnam Pro"/>
                  <a:cs typeface="Be Vietnam Pro"/>
                  <a:sym typeface="Be Vietnam Pro"/>
                </a:rPr>
                <a:t> Khách hàng thường đáp xuống trang nào đầu tiên? Nếu họ vào từ các trang không có tính điều hướng mua hàng cao (ví dụ: bài blog), họ sẽ rời đi ngay.</a:t>
              </a:r>
              <a:endParaRPr sz="1050">
                <a:solidFill>
                  <a:srgbClr val="2B3B5D"/>
                </a:solidFill>
                <a:latin typeface="Be Vietnam Pro"/>
                <a:ea typeface="Be Vietnam Pro"/>
                <a:cs typeface="Be Vietnam Pro"/>
                <a:sym typeface="Be Vietnam Pro"/>
              </a:endParaRPr>
            </a:p>
          </p:txBody>
        </p:sp>
        <p:sp>
          <p:nvSpPr>
            <p:cNvPr id="1577" name="Google Shape;1577;p166"/>
            <p:cNvSpPr/>
            <p:nvPr/>
          </p:nvSpPr>
          <p:spPr>
            <a:xfrm>
              <a:off x="4191000" y="0"/>
              <a:ext cx="3810000" cy="2809800"/>
            </a:xfrm>
            <a:prstGeom prst="roundRect">
              <a:avLst>
                <a:gd fmla="val 2711" name="adj"/>
              </a:avLst>
            </a:prstGeom>
            <a:solidFill>
              <a:srgbClr val="FFFFFF"/>
            </a:solidFill>
            <a:ln cap="flat" cmpd="sng" w="19050">
              <a:solidFill>
                <a:srgbClr val="EFEF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8" name="Google Shape;1578;p166"/>
            <p:cNvSpPr/>
            <p:nvPr/>
          </p:nvSpPr>
          <p:spPr>
            <a:xfrm>
              <a:off x="4191000" y="0"/>
              <a:ext cx="3810000" cy="381000"/>
            </a:xfrm>
            <a:prstGeom prst="roundRect">
              <a:avLst>
                <a:gd fmla="val 20000" name="adj"/>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9" name="Google Shape;1579;p166"/>
            <p:cNvSpPr/>
            <p:nvPr/>
          </p:nvSpPr>
          <p:spPr>
            <a:xfrm>
              <a:off x="4191000" y="285750"/>
              <a:ext cx="3810000" cy="95400"/>
            </a:xfrm>
            <a:prstGeom prst="rect">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0" name="Google Shape;1580;p166"/>
            <p:cNvSpPr txBox="1"/>
            <p:nvPr/>
          </p:nvSpPr>
          <p:spPr>
            <a:xfrm>
              <a:off x="4333875" y="47625"/>
              <a:ext cx="3524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E1D35"/>
                  </a:solidFill>
                  <a:latin typeface="Be Vietnam Pro"/>
                  <a:ea typeface="Be Vietnam Pro"/>
                  <a:cs typeface="Be Vietnam Pro"/>
                  <a:sym typeface="Be Vietnam Pro"/>
                </a:rPr>
                <a:t>GIẢ THUYẾT PHÂN TÍCH - NHÁNH 4</a:t>
              </a:r>
              <a:endParaRPr b="1" sz="1100">
                <a:solidFill>
                  <a:srgbClr val="0E1D35"/>
                </a:solidFill>
                <a:latin typeface="Be Vietnam Pro"/>
                <a:ea typeface="Be Vietnam Pro"/>
                <a:cs typeface="Be Vietnam Pro"/>
                <a:sym typeface="Be Vietnam Pro"/>
              </a:endParaRPr>
            </a:p>
          </p:txBody>
        </p:sp>
        <p:sp>
          <p:nvSpPr>
            <p:cNvPr id="1581" name="Google Shape;1581;p166"/>
            <p:cNvSpPr txBox="1"/>
            <p:nvPr/>
          </p:nvSpPr>
          <p:spPr>
            <a:xfrm>
              <a:off x="4333875" y="476250"/>
              <a:ext cx="3524400" cy="22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50">
                  <a:solidFill>
                    <a:srgbClr val="2B3B5D"/>
                  </a:solidFill>
                  <a:latin typeface="Be Vietnam Pro"/>
                  <a:ea typeface="Be Vietnam Pro"/>
                  <a:cs typeface="Be Vietnam Pro"/>
                  <a:sym typeface="Be Vietnam Pro"/>
                </a:rPr>
                <a:t>• </a:t>
              </a:r>
              <a:r>
                <a:rPr b="1" lang="en" sz="1050">
                  <a:solidFill>
                    <a:srgbClr val="2B3B5D"/>
                  </a:solidFill>
                  <a:latin typeface="Be Vietnam Pro"/>
                  <a:ea typeface="Be Vietnam Pro"/>
                  <a:cs typeface="Be Vietnam Pro"/>
                  <a:sym typeface="Be Vietnam Pro"/>
                </a:rPr>
                <a:t>Kết quả A/B testing</a:t>
              </a:r>
              <a:r>
                <a:rPr b="1" lang="en" sz="1050">
                  <a:solidFill>
                    <a:srgbClr val="2B3B5D"/>
                  </a:solidFill>
                  <a:latin typeface="Be Vietnam Pro"/>
                  <a:ea typeface="Be Vietnam Pro"/>
                  <a:cs typeface="Be Vietnam Pro"/>
                  <a:sym typeface="Be Vietnam Pro"/>
                </a:rPr>
                <a:t>:</a:t>
              </a:r>
              <a:r>
                <a:rPr lang="en" sz="1050">
                  <a:solidFill>
                    <a:srgbClr val="2B3B5D"/>
                  </a:solidFill>
                  <a:latin typeface="Be Vietnam Pro"/>
                  <a:ea typeface="Be Vietnam Pro"/>
                  <a:cs typeface="Be Vietnam Pro"/>
                  <a:sym typeface="Be Vietnam Pro"/>
                </a:rPr>
                <a:t> Có sự khác biệt </a:t>
              </a:r>
              <a:r>
                <a:rPr lang="en" sz="1050">
                  <a:solidFill>
                    <a:srgbClr val="2B3B5D"/>
                  </a:solidFill>
                  <a:latin typeface="Be Vietnam Pro"/>
                  <a:ea typeface="Be Vietnam Pro"/>
                  <a:cs typeface="Be Vietnam Pro"/>
                  <a:sym typeface="Be Vietnam Pro"/>
                </a:rPr>
                <a:t>giữa 2 trang thanh toán không</a:t>
              </a:r>
              <a:r>
                <a:rPr lang="en" sz="1050">
                  <a:solidFill>
                    <a:srgbClr val="2B3B5D"/>
                  </a:solidFill>
                  <a:latin typeface="Be Vietnam Pro"/>
                  <a:ea typeface="Be Vietnam Pro"/>
                  <a:cs typeface="Be Vietnam Pro"/>
                  <a:sym typeface="Be Vietnam Pro"/>
                </a:rPr>
                <a:t>? Cái nào tốt hơn?</a:t>
              </a:r>
              <a:endParaRPr sz="1050">
                <a:solidFill>
                  <a:srgbClr val="2B3B5D"/>
                </a:solidFill>
                <a:latin typeface="Be Vietnam Pro"/>
                <a:ea typeface="Be Vietnam Pro"/>
                <a:cs typeface="Be Vietnam Pro"/>
                <a:sym typeface="Be Vietnam Pro"/>
              </a:endParaRPr>
            </a:p>
            <a:p>
              <a:pPr indent="0" lvl="0" marL="0" rtl="0" algn="l">
                <a:spcBef>
                  <a:spcPts val="750"/>
                </a:spcBef>
                <a:spcAft>
                  <a:spcPts val="750"/>
                </a:spcAft>
                <a:buNone/>
              </a:pPr>
              <a:r>
                <a:rPr lang="en" sz="1050">
                  <a:solidFill>
                    <a:srgbClr val="2B3B5D"/>
                  </a:solidFill>
                  <a:latin typeface="Be Vietnam Pro"/>
                  <a:ea typeface="Be Vietnam Pro"/>
                  <a:cs typeface="Be Vietnam Pro"/>
                  <a:sym typeface="Be Vietnam Pro"/>
                </a:rPr>
                <a:t>• </a:t>
              </a:r>
              <a:r>
                <a:rPr b="1" lang="en" sz="1050">
                  <a:solidFill>
                    <a:srgbClr val="2B3B5D"/>
                  </a:solidFill>
                  <a:latin typeface="Be Vietnam Pro"/>
                  <a:ea typeface="Be Vietnam Pro"/>
                  <a:cs typeface="Be Vietnam Pro"/>
                  <a:sym typeface="Be Vietnam Pro"/>
                </a:rPr>
                <a:t>Dự phóng doanh thu: </a:t>
              </a:r>
              <a:r>
                <a:rPr lang="en" sz="1050">
                  <a:solidFill>
                    <a:srgbClr val="2B3B5D"/>
                  </a:solidFill>
                  <a:latin typeface="Be Vietnam Pro"/>
                  <a:ea typeface="Be Vietnam Pro"/>
                  <a:cs typeface="Be Vietnam Pro"/>
                  <a:sym typeface="Be Vietnam Pro"/>
                </a:rPr>
                <a:t>Nếu </a:t>
              </a:r>
              <a:r>
                <a:rPr b="1" lang="en" sz="1050">
                  <a:solidFill>
                    <a:srgbClr val="2B3B5D"/>
                  </a:solidFill>
                  <a:latin typeface="Be Vietnam Pro"/>
                  <a:ea typeface="Be Vietnam Pro"/>
                  <a:cs typeface="Be Vietnam Pro"/>
                  <a:sym typeface="Be Vietnam Pro"/>
                </a:rPr>
                <a:t>100%</a:t>
              </a:r>
              <a:r>
                <a:rPr lang="en" sz="1050">
                  <a:solidFill>
                    <a:srgbClr val="2B3B5D"/>
                  </a:solidFill>
                  <a:latin typeface="Be Vietnam Pro"/>
                  <a:ea typeface="Be Vietnam Pro"/>
                  <a:cs typeface="Be Vietnam Pro"/>
                  <a:sym typeface="Be Vietnam Pro"/>
                </a:rPr>
                <a:t> traffic trước đây vào trang /billing cũ được chuyển sang /billing-2, với mức chênh lệch tỷ lệ chuyển đổi hiện tại và mức chênh lệch AOV, có thể kỳ vọng sẽ thu thêm được bao nhiêu tiền doanh thu mỗi tháng?</a:t>
              </a:r>
              <a:endParaRPr sz="1050">
                <a:solidFill>
                  <a:srgbClr val="2B3B5D"/>
                </a:solidFill>
                <a:latin typeface="Be Vietnam Pro"/>
                <a:ea typeface="Be Vietnam Pro"/>
                <a:cs typeface="Be Vietnam Pro"/>
                <a:sym typeface="Be Vietnam Pr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167"/>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latin typeface="Be Vietnam Pro ExtraBold"/>
                <a:ea typeface="Be Vietnam Pro ExtraBold"/>
                <a:cs typeface="Be Vietnam Pro ExtraBold"/>
                <a:sym typeface="Be Vietnam Pro ExtraBold"/>
              </a:rPr>
              <a:t>Phân tích đầu phễu</a:t>
            </a:r>
            <a:endParaRPr sz="4300">
              <a:latin typeface="Be Vietnam Pro ExtraBold"/>
              <a:ea typeface="Be Vietnam Pro ExtraBold"/>
              <a:cs typeface="Be Vietnam Pro ExtraBold"/>
              <a:sym typeface="Be Vietnam Pro ExtraBold"/>
            </a:endParaRPr>
          </a:p>
        </p:txBody>
      </p:sp>
      <p:sp>
        <p:nvSpPr>
          <p:cNvPr id="1587" name="Google Shape;1587;p167"/>
          <p:cNvSpPr txBox="1"/>
          <p:nvPr>
            <p:ph idx="1" type="subTitle"/>
          </p:nvPr>
        </p:nvSpPr>
        <p:spPr>
          <a:xfrm>
            <a:off x="2817525" y="3212000"/>
            <a:ext cx="3509100" cy="41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Kiểm định giả thuyết</a:t>
            </a:r>
            <a:endParaRPr i="1">
              <a:latin typeface="Be Vietnam Pro Medium"/>
              <a:ea typeface="Be Vietnam Pro Medium"/>
              <a:cs typeface="Be Vietnam Pro Medium"/>
              <a:sym typeface="Be Vietnam Pro Medium"/>
            </a:endParaRPr>
          </a:p>
        </p:txBody>
      </p:sp>
      <p:sp>
        <p:nvSpPr>
          <p:cNvPr id="1588" name="Google Shape;1588;p167"/>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589" name="Google Shape;1589;p167"/>
          <p:cNvGrpSpPr/>
          <p:nvPr/>
        </p:nvGrpSpPr>
        <p:grpSpPr>
          <a:xfrm>
            <a:off x="0" y="0"/>
            <a:ext cx="1199700" cy="2654850"/>
            <a:chOff x="0" y="0"/>
            <a:chExt cx="1199700" cy="2654850"/>
          </a:xfrm>
        </p:grpSpPr>
        <p:sp>
          <p:nvSpPr>
            <p:cNvPr id="1590" name="Google Shape;1590;p167"/>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91" name="Google Shape;1591;p167"/>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92" name="Google Shape;1592;p167"/>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93" name="Google Shape;1593;p167"/>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594" name="Google Shape;1594;p167"/>
          <p:cNvGrpSpPr/>
          <p:nvPr/>
        </p:nvGrpSpPr>
        <p:grpSpPr>
          <a:xfrm>
            <a:off x="7944300" y="2494350"/>
            <a:ext cx="1199700" cy="2654875"/>
            <a:chOff x="7944300" y="2494350"/>
            <a:chExt cx="1199700" cy="2654875"/>
          </a:xfrm>
        </p:grpSpPr>
        <p:sp>
          <p:nvSpPr>
            <p:cNvPr id="1595" name="Google Shape;1595;p167"/>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96" name="Google Shape;1596;p167"/>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97" name="Google Shape;1597;p167"/>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98" name="Google Shape;1598;p167"/>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599" name="Google Shape;1599;p167"/>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168"/>
          <p:cNvSpPr txBox="1"/>
          <p:nvPr>
            <p:ph type="title"/>
          </p:nvPr>
        </p:nvSpPr>
        <p:spPr>
          <a:xfrm>
            <a:off x="720000" y="539500"/>
            <a:ext cx="7704000" cy="5727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b="1" lang="en" sz="2100">
                <a:latin typeface="Be Vietnam Pro"/>
                <a:ea typeface="Be Vietnam Pro"/>
                <a:cs typeface="Be Vietnam Pro"/>
                <a:sym typeface="Be Vietnam Pro"/>
              </a:rPr>
              <a:t>So sánh trải nghiệm trên </a:t>
            </a:r>
            <a:r>
              <a:rPr b="1" lang="en" sz="2100">
                <a:latin typeface="Be Vietnam Pro"/>
                <a:ea typeface="Be Vietnam Pro"/>
                <a:cs typeface="Be Vietnam Pro"/>
                <a:sym typeface="Be Vietnam Pro"/>
              </a:rPr>
              <a:t>2 thiết bị</a:t>
            </a:r>
            <a:endParaRPr b="1" sz="2100">
              <a:latin typeface="Be Vietnam Pro"/>
              <a:ea typeface="Be Vietnam Pro"/>
              <a:cs typeface="Be Vietnam Pro"/>
              <a:sym typeface="Be Vietnam Pro"/>
            </a:endParaRPr>
          </a:p>
        </p:txBody>
      </p:sp>
      <p:pic>
        <p:nvPicPr>
          <p:cNvPr id="1605" name="Google Shape;1605;p168" title="Desktop"/>
          <p:cNvPicPr preferRelativeResize="0"/>
          <p:nvPr/>
        </p:nvPicPr>
        <p:blipFill>
          <a:blip r:embed="rId4">
            <a:alphaModFix/>
          </a:blip>
          <a:stretch>
            <a:fillRect/>
          </a:stretch>
        </p:blipFill>
        <p:spPr>
          <a:xfrm>
            <a:off x="99850" y="1112200"/>
            <a:ext cx="4192224" cy="2592175"/>
          </a:xfrm>
          <a:prstGeom prst="rect">
            <a:avLst/>
          </a:prstGeom>
          <a:noFill/>
          <a:ln>
            <a:noFill/>
          </a:ln>
        </p:spPr>
      </p:pic>
      <p:pic>
        <p:nvPicPr>
          <p:cNvPr id="1606" name="Google Shape;1606;p168" title="Mobile"/>
          <p:cNvPicPr preferRelativeResize="0"/>
          <p:nvPr/>
        </p:nvPicPr>
        <p:blipFill>
          <a:blip r:embed="rId5">
            <a:alphaModFix/>
          </a:blip>
          <a:stretch>
            <a:fillRect/>
          </a:stretch>
        </p:blipFill>
        <p:spPr>
          <a:xfrm>
            <a:off x="4688302" y="1112188"/>
            <a:ext cx="4192224" cy="2592194"/>
          </a:xfrm>
          <a:prstGeom prst="rect">
            <a:avLst/>
          </a:prstGeom>
          <a:noFill/>
          <a:ln>
            <a:noFill/>
          </a:ln>
        </p:spPr>
      </p:pic>
      <p:sp>
        <p:nvSpPr>
          <p:cNvPr id="1607" name="Google Shape;1607;p168"/>
          <p:cNvSpPr/>
          <p:nvPr/>
        </p:nvSpPr>
        <p:spPr>
          <a:xfrm>
            <a:off x="1054200" y="4167175"/>
            <a:ext cx="7035600" cy="572700"/>
          </a:xfrm>
          <a:prstGeom prst="roundRect">
            <a:avLst>
              <a:gd fmla="val 16667" name="adj"/>
            </a:avLst>
          </a:prstGeom>
          <a:solidFill>
            <a:srgbClr val="E3E7E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n" sz="1200">
                <a:latin typeface="Be Vietnam Pro"/>
                <a:ea typeface="Be Vietnam Pro"/>
                <a:cs typeface="Be Vietnam Pro"/>
                <a:sym typeface="Be Vietnam Pro"/>
              </a:rPr>
              <a:t>Có thể thấy phễu của Mobile đáng hẹp hơn đáng kể, điều này khẳng định được trải nghiệm mua hàng trên thiết bị di động đang có vấn đề.</a:t>
            </a:r>
            <a:endParaRPr sz="1200">
              <a:latin typeface="Be Vietnam Pro"/>
              <a:ea typeface="Be Vietnam Pro"/>
              <a:cs typeface="Be Vietnam Pro"/>
              <a:sym typeface="Be Vietnam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169"/>
          <p:cNvSpPr txBox="1"/>
          <p:nvPr>
            <p:ph type="title"/>
          </p:nvPr>
        </p:nvSpPr>
        <p:spPr>
          <a:xfrm>
            <a:off x="720000" y="539575"/>
            <a:ext cx="7668600" cy="48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So sánh từng landing pages trên mobile</a:t>
            </a:r>
            <a:endParaRPr b="1" sz="2100">
              <a:latin typeface="Be Vietnam Pro"/>
              <a:ea typeface="Be Vietnam Pro"/>
              <a:cs typeface="Be Vietnam Pro"/>
              <a:sym typeface="Be Vietnam Pro"/>
            </a:endParaRPr>
          </a:p>
        </p:txBody>
      </p:sp>
      <p:sp>
        <p:nvSpPr>
          <p:cNvPr id="1613" name="Google Shape;1613;p169"/>
          <p:cNvSpPr txBox="1"/>
          <p:nvPr>
            <p:ph idx="4294967295" type="title"/>
          </p:nvPr>
        </p:nvSpPr>
        <p:spPr>
          <a:xfrm>
            <a:off x="5800875" y="1219050"/>
            <a:ext cx="2235300" cy="41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Be Vietnam Pro ExtraBold"/>
                <a:ea typeface="Be Vietnam Pro ExtraBold"/>
                <a:cs typeface="Be Vietnam Pro ExtraBold"/>
                <a:sym typeface="Be Vietnam Pro ExtraBold"/>
              </a:rPr>
              <a:t>INSIGHT</a:t>
            </a:r>
            <a:endParaRPr sz="1800">
              <a:latin typeface="Be Vietnam Pro ExtraBold"/>
              <a:ea typeface="Be Vietnam Pro ExtraBold"/>
              <a:cs typeface="Be Vietnam Pro ExtraBold"/>
              <a:sym typeface="Be Vietnam Pro ExtraBold"/>
            </a:endParaRPr>
          </a:p>
        </p:txBody>
      </p:sp>
      <p:sp>
        <p:nvSpPr>
          <p:cNvPr id="1614" name="Google Shape;1614;p169"/>
          <p:cNvSpPr txBox="1"/>
          <p:nvPr/>
        </p:nvSpPr>
        <p:spPr>
          <a:xfrm>
            <a:off x="1208400" y="4394169"/>
            <a:ext cx="7180200" cy="6525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sz="1200">
                <a:solidFill>
                  <a:schemeClr val="dk1"/>
                </a:solidFill>
                <a:latin typeface="Be Vietnam Pro"/>
                <a:ea typeface="Be Vietnam Pro"/>
                <a:cs typeface="Be Vietnam Pro"/>
                <a:sym typeface="Be Vietnam Pro"/>
              </a:rPr>
              <a:t>So sánh với con số </a:t>
            </a:r>
            <a:r>
              <a:rPr b="1" lang="en" sz="1200">
                <a:solidFill>
                  <a:srgbClr val="38761D"/>
                </a:solidFill>
                <a:latin typeface="Be Vietnam Pro"/>
                <a:ea typeface="Be Vietnam Pro"/>
                <a:cs typeface="Be Vietnam Pro"/>
                <a:sym typeface="Be Vietnam Pro"/>
              </a:rPr>
              <a:t>50%</a:t>
            </a:r>
            <a:r>
              <a:rPr lang="en" sz="1200">
                <a:solidFill>
                  <a:schemeClr val="dk1"/>
                </a:solidFill>
                <a:latin typeface="Be Vietnam Pro"/>
                <a:ea typeface="Be Vietnam Pro"/>
                <a:cs typeface="Be Vietnam Pro"/>
                <a:sym typeface="Be Vietnam Pro"/>
              </a:rPr>
              <a:t> của Desktop (từ phân tích trước), trải nghiệm lướt web và khám phá sản phẩm trên toàn bộ nền tảng Mobile cần được kiểm tra lại thử.</a:t>
            </a:r>
            <a:endParaRPr sz="1200">
              <a:solidFill>
                <a:schemeClr val="dk1"/>
              </a:solidFill>
              <a:latin typeface="Be Vietnam Pro"/>
              <a:ea typeface="Be Vietnam Pro"/>
              <a:cs typeface="Be Vietnam Pro"/>
              <a:sym typeface="Be Vietnam Pro"/>
            </a:endParaRPr>
          </a:p>
          <a:p>
            <a:pPr indent="0" lvl="0" marL="0" rtl="0" algn="ctr">
              <a:spcBef>
                <a:spcPts val="0"/>
              </a:spcBef>
              <a:spcAft>
                <a:spcPts val="0"/>
              </a:spcAft>
              <a:buNone/>
            </a:pPr>
            <a:r>
              <a:t/>
            </a:r>
            <a:endParaRPr sz="1000">
              <a:solidFill>
                <a:schemeClr val="dk1"/>
              </a:solidFill>
              <a:latin typeface="Raleway Medium"/>
              <a:ea typeface="Raleway Medium"/>
              <a:cs typeface="Raleway Medium"/>
              <a:sym typeface="Raleway Medium"/>
            </a:endParaRPr>
          </a:p>
        </p:txBody>
      </p:sp>
      <p:sp>
        <p:nvSpPr>
          <p:cNvPr id="1615" name="Google Shape;1615;p169"/>
          <p:cNvSpPr txBox="1"/>
          <p:nvPr>
            <p:ph idx="4294967295" type="subTitle"/>
          </p:nvPr>
        </p:nvSpPr>
        <p:spPr>
          <a:xfrm>
            <a:off x="5800875" y="1724400"/>
            <a:ext cx="2235300" cy="2135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Be Vietnam Pro"/>
                <a:ea typeface="Be Vietnam Pro"/>
                <a:cs typeface="Be Vietnam Pro"/>
                <a:sym typeface="Be Vietnam Pro"/>
              </a:rPr>
              <a:t>Trang Lander 3 đang là trang hiệu quả nhất, nhưng View Rate cao nhất của nó cũng chỉ dừng lại ở con số </a:t>
            </a:r>
            <a:r>
              <a:rPr lang="en">
                <a:solidFill>
                  <a:srgbClr val="DC2626"/>
                </a:solidFill>
                <a:latin typeface="Be Vietnam Pro"/>
                <a:ea typeface="Be Vietnam Pro"/>
                <a:cs typeface="Be Vietnam Pro"/>
                <a:sym typeface="Be Vietnam Pro"/>
              </a:rPr>
              <a:t>34.5%</a:t>
            </a:r>
            <a:r>
              <a:rPr lang="en">
                <a:latin typeface="Be Vietnam Pro"/>
                <a:ea typeface="Be Vietnam Pro"/>
                <a:cs typeface="Be Vietnam Pro"/>
                <a:sym typeface="Be Vietnam Pro"/>
              </a:rPr>
              <a:t>. Điều này đồng nghĩa với việc ngay ở kịch bản tốt nhất, TeddyWorld vẫn đánh rơi hơn</a:t>
            </a:r>
            <a:r>
              <a:rPr lang="en">
                <a:solidFill>
                  <a:srgbClr val="DC2626"/>
                </a:solidFill>
                <a:latin typeface="Be Vietnam Pro"/>
                <a:ea typeface="Be Vietnam Pro"/>
                <a:cs typeface="Be Vietnam Pro"/>
                <a:sym typeface="Be Vietnam Pro"/>
              </a:rPr>
              <a:t> 65%</a:t>
            </a:r>
            <a:r>
              <a:rPr lang="en">
                <a:latin typeface="Be Vietnam Pro"/>
                <a:ea typeface="Be Vietnam Pro"/>
                <a:cs typeface="Be Vietnam Pro"/>
                <a:sym typeface="Be Vietnam Pro"/>
              </a:rPr>
              <a:t> lượng khách hàng tiềm năng ngay từ cửa ngõ.</a:t>
            </a:r>
            <a:endParaRPr>
              <a:latin typeface="Be Vietnam Pro"/>
              <a:ea typeface="Be Vietnam Pro"/>
              <a:cs typeface="Be Vietnam Pro"/>
              <a:sym typeface="Be Vietnam Pro"/>
            </a:endParaRPr>
          </a:p>
        </p:txBody>
      </p:sp>
      <p:sp>
        <p:nvSpPr>
          <p:cNvPr id="1616" name="Google Shape;1616;p169"/>
          <p:cNvSpPr/>
          <p:nvPr/>
        </p:nvSpPr>
        <p:spPr>
          <a:xfrm flipH="1" rot="10800000">
            <a:off x="568500" y="43030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1617" name="Google Shape;1617;p169" title="Effective Landing Pages on Mobile Devices"/>
          <p:cNvPicPr preferRelativeResize="0"/>
          <p:nvPr/>
        </p:nvPicPr>
        <p:blipFill>
          <a:blip r:embed="rId4">
            <a:alphaModFix/>
          </a:blip>
          <a:stretch>
            <a:fillRect/>
          </a:stretch>
        </p:blipFill>
        <p:spPr>
          <a:xfrm>
            <a:off x="720000" y="1219038"/>
            <a:ext cx="4809876" cy="2977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170"/>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latin typeface="Be Vietnam Pro ExtraBold"/>
                <a:ea typeface="Be Vietnam Pro ExtraBold"/>
                <a:cs typeface="Be Vietnam Pro ExtraBold"/>
                <a:sym typeface="Be Vietnam Pro ExtraBold"/>
              </a:rPr>
              <a:t>Phân tích </a:t>
            </a:r>
            <a:r>
              <a:rPr lang="en" sz="4300">
                <a:latin typeface="Be Vietnam Pro ExtraBold"/>
                <a:ea typeface="Be Vietnam Pro ExtraBold"/>
                <a:cs typeface="Be Vietnam Pro ExtraBold"/>
                <a:sym typeface="Be Vietnam Pro ExtraBold"/>
              </a:rPr>
              <a:t>đáy phễu</a:t>
            </a:r>
            <a:endParaRPr sz="4300">
              <a:latin typeface="Be Vietnam Pro ExtraBold"/>
              <a:ea typeface="Be Vietnam Pro ExtraBold"/>
              <a:cs typeface="Be Vietnam Pro ExtraBold"/>
              <a:sym typeface="Be Vietnam Pro ExtraBold"/>
            </a:endParaRPr>
          </a:p>
        </p:txBody>
      </p:sp>
      <p:sp>
        <p:nvSpPr>
          <p:cNvPr id="1623" name="Google Shape;1623;p170"/>
          <p:cNvSpPr txBox="1"/>
          <p:nvPr>
            <p:ph idx="1" type="subTitle"/>
          </p:nvPr>
        </p:nvSpPr>
        <p:spPr>
          <a:xfrm>
            <a:off x="2817525" y="3212000"/>
            <a:ext cx="3509100" cy="41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Kiểm định giả thuyết</a:t>
            </a:r>
            <a:endParaRPr i="1">
              <a:latin typeface="Be Vietnam Pro Medium"/>
              <a:ea typeface="Be Vietnam Pro Medium"/>
              <a:cs typeface="Be Vietnam Pro Medium"/>
              <a:sym typeface="Be Vietnam Pro Medium"/>
            </a:endParaRPr>
          </a:p>
        </p:txBody>
      </p:sp>
      <p:sp>
        <p:nvSpPr>
          <p:cNvPr id="1624" name="Google Shape;1624;p170"/>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625" name="Google Shape;1625;p170"/>
          <p:cNvGrpSpPr/>
          <p:nvPr/>
        </p:nvGrpSpPr>
        <p:grpSpPr>
          <a:xfrm>
            <a:off x="0" y="0"/>
            <a:ext cx="1199700" cy="2654850"/>
            <a:chOff x="0" y="0"/>
            <a:chExt cx="1199700" cy="2654850"/>
          </a:xfrm>
        </p:grpSpPr>
        <p:sp>
          <p:nvSpPr>
            <p:cNvPr id="1626" name="Google Shape;1626;p170"/>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27" name="Google Shape;1627;p170"/>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28" name="Google Shape;1628;p170"/>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29" name="Google Shape;1629;p170"/>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630" name="Google Shape;1630;p170"/>
          <p:cNvGrpSpPr/>
          <p:nvPr/>
        </p:nvGrpSpPr>
        <p:grpSpPr>
          <a:xfrm>
            <a:off x="7944300" y="2494350"/>
            <a:ext cx="1199700" cy="2654875"/>
            <a:chOff x="7944300" y="2494350"/>
            <a:chExt cx="1199700" cy="2654875"/>
          </a:xfrm>
        </p:grpSpPr>
        <p:sp>
          <p:nvSpPr>
            <p:cNvPr id="1631" name="Google Shape;1631;p170"/>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32" name="Google Shape;1632;p170"/>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33" name="Google Shape;1633;p170"/>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34" name="Google Shape;1634;p170"/>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635" name="Google Shape;1635;p170"/>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171"/>
          <p:cNvSpPr txBox="1"/>
          <p:nvPr>
            <p:ph type="title"/>
          </p:nvPr>
        </p:nvSpPr>
        <p:spPr>
          <a:xfrm>
            <a:off x="720000" y="539575"/>
            <a:ext cx="7668600" cy="48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So sánh tỷ lệ </a:t>
            </a:r>
            <a:r>
              <a:rPr b="1" lang="en" sz="2100">
                <a:latin typeface="Be Vietnam Pro"/>
                <a:ea typeface="Be Vietnam Pro"/>
                <a:cs typeface="Be Vietnam Pro"/>
                <a:sym typeface="Be Vietnam Pro"/>
              </a:rPr>
              <a:t>chốt</a:t>
            </a:r>
            <a:r>
              <a:rPr b="1" lang="en" sz="2100">
                <a:latin typeface="Be Vietnam Pro"/>
                <a:ea typeface="Be Vietnam Pro"/>
                <a:cs typeface="Be Vietnam Pro"/>
                <a:sym typeface="Be Vietnam Pro"/>
              </a:rPr>
              <a:t> đơn tại đáy phễu</a:t>
            </a:r>
            <a:endParaRPr b="1" sz="2100">
              <a:latin typeface="Be Vietnam Pro"/>
              <a:ea typeface="Be Vietnam Pro"/>
              <a:cs typeface="Be Vietnam Pro"/>
              <a:sym typeface="Be Vietnam Pro"/>
            </a:endParaRPr>
          </a:p>
        </p:txBody>
      </p:sp>
      <p:sp>
        <p:nvSpPr>
          <p:cNvPr id="1641" name="Google Shape;1641;p171"/>
          <p:cNvSpPr txBox="1"/>
          <p:nvPr>
            <p:ph idx="4294967295" type="title"/>
          </p:nvPr>
        </p:nvSpPr>
        <p:spPr>
          <a:xfrm>
            <a:off x="5800875" y="2045550"/>
            <a:ext cx="2235300" cy="41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Be Vietnam Pro ExtraBold"/>
                <a:ea typeface="Be Vietnam Pro ExtraBold"/>
                <a:cs typeface="Be Vietnam Pro ExtraBold"/>
                <a:sym typeface="Be Vietnam Pro ExtraBold"/>
              </a:rPr>
              <a:t>INSIGHT</a:t>
            </a:r>
            <a:endParaRPr sz="1800">
              <a:latin typeface="Be Vietnam Pro ExtraBold"/>
              <a:ea typeface="Be Vietnam Pro ExtraBold"/>
              <a:cs typeface="Be Vietnam Pro ExtraBold"/>
              <a:sym typeface="Be Vietnam Pro ExtraBold"/>
            </a:endParaRPr>
          </a:p>
        </p:txBody>
      </p:sp>
      <p:sp>
        <p:nvSpPr>
          <p:cNvPr id="1642" name="Google Shape;1642;p171"/>
          <p:cNvSpPr txBox="1"/>
          <p:nvPr/>
        </p:nvSpPr>
        <p:spPr>
          <a:xfrm>
            <a:off x="1208400" y="4303044"/>
            <a:ext cx="7180200" cy="6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Be Vietnam Pro"/>
                <a:ea typeface="Be Vietnam Pro"/>
                <a:cs typeface="Be Vietnam Pro"/>
                <a:sym typeface="Be Vietnam Pro"/>
              </a:rPr>
              <a:t>Áp dụng ngay trang /billing-2 cho toàn bộ traffic.</a:t>
            </a:r>
            <a:endParaRPr sz="1200">
              <a:solidFill>
                <a:schemeClr val="dk1"/>
              </a:solidFill>
              <a:latin typeface="Be Vietnam Pro Medium"/>
              <a:ea typeface="Be Vietnam Pro Medium"/>
              <a:cs typeface="Be Vietnam Pro Medium"/>
              <a:sym typeface="Be Vietnam Pro Medium"/>
            </a:endParaRPr>
          </a:p>
        </p:txBody>
      </p:sp>
      <p:sp>
        <p:nvSpPr>
          <p:cNvPr id="1643" name="Google Shape;1643;p171"/>
          <p:cNvSpPr txBox="1"/>
          <p:nvPr>
            <p:ph idx="4294967295" type="subTitle"/>
          </p:nvPr>
        </p:nvSpPr>
        <p:spPr>
          <a:xfrm>
            <a:off x="5800875" y="2455950"/>
            <a:ext cx="2235300" cy="1694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Be Vietnam Pro"/>
                <a:ea typeface="Be Vietnam Pro"/>
                <a:cs typeface="Be Vietnam Pro"/>
                <a:sym typeface="Be Vietnam Pro"/>
              </a:rPr>
              <a:t>Trang thanh toán thứ 2 đang có tỷ lệ chuyển đổi tốt hơn hẳn so với trang thanh toán đầu tiên ở cả hai thiết bị.</a:t>
            </a:r>
            <a:endParaRPr>
              <a:latin typeface="Be Vietnam Pro"/>
              <a:ea typeface="Be Vietnam Pro"/>
              <a:cs typeface="Be Vietnam Pro"/>
              <a:sym typeface="Be Vietnam Pro"/>
            </a:endParaRPr>
          </a:p>
        </p:txBody>
      </p:sp>
      <p:sp>
        <p:nvSpPr>
          <p:cNvPr id="1644" name="Google Shape;1644;p171"/>
          <p:cNvSpPr/>
          <p:nvPr/>
        </p:nvSpPr>
        <p:spPr>
          <a:xfrm flipH="1" rot="10800000">
            <a:off x="568500" y="43030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1645" name="Google Shape;1645;p171" title="So sánh tỷ lệ chốt đơn tại đáy phễu"/>
          <p:cNvPicPr preferRelativeResize="0"/>
          <p:nvPr/>
        </p:nvPicPr>
        <p:blipFill>
          <a:blip r:embed="rId4">
            <a:alphaModFix/>
          </a:blip>
          <a:stretch>
            <a:fillRect/>
          </a:stretch>
        </p:blipFill>
        <p:spPr>
          <a:xfrm>
            <a:off x="720000" y="1173475"/>
            <a:ext cx="4814838" cy="2977175"/>
          </a:xfrm>
          <a:prstGeom prst="rect">
            <a:avLst/>
          </a:prstGeom>
          <a:noFill/>
          <a:ln>
            <a:noFill/>
          </a:ln>
        </p:spPr>
      </p:pic>
      <p:sp>
        <p:nvSpPr>
          <p:cNvPr id="1646" name="Google Shape;1646;p171"/>
          <p:cNvSpPr txBox="1"/>
          <p:nvPr/>
        </p:nvSpPr>
        <p:spPr>
          <a:xfrm>
            <a:off x="5800875" y="1173475"/>
            <a:ext cx="3054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Be Vietnam Pro"/>
                <a:ea typeface="Be Vietnam Pro"/>
                <a:cs typeface="Be Vietnam Pro"/>
                <a:sym typeface="Be Vietnam Pro"/>
              </a:rPr>
              <a:t>Bóc tách trang thanh toán để tìm nguyên nhân mất mát lượng khách hàng.</a:t>
            </a:r>
            <a:endParaRPr sz="1100">
              <a:latin typeface="Be Vietnam Pro"/>
              <a:ea typeface="Be Vietnam Pro"/>
              <a:cs typeface="Be Vietnam Pro"/>
              <a:sym typeface="Be Vietnam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72"/>
          <p:cNvSpPr txBox="1"/>
          <p:nvPr>
            <p:ph type="title"/>
          </p:nvPr>
        </p:nvSpPr>
        <p:spPr>
          <a:xfrm>
            <a:off x="720000" y="539575"/>
            <a:ext cx="7668600" cy="48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AOV tại đáy phễu</a:t>
            </a:r>
            <a:endParaRPr b="1" sz="2100">
              <a:latin typeface="Be Vietnam Pro"/>
              <a:ea typeface="Be Vietnam Pro"/>
              <a:cs typeface="Be Vietnam Pro"/>
              <a:sym typeface="Be Vietnam Pro"/>
            </a:endParaRPr>
          </a:p>
        </p:txBody>
      </p:sp>
      <p:sp>
        <p:nvSpPr>
          <p:cNvPr id="1652" name="Google Shape;1652;p172"/>
          <p:cNvSpPr txBox="1"/>
          <p:nvPr>
            <p:ph idx="4294967295" type="title"/>
          </p:nvPr>
        </p:nvSpPr>
        <p:spPr>
          <a:xfrm>
            <a:off x="5800875" y="1219050"/>
            <a:ext cx="2235300" cy="41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Be Vietnam Pro ExtraBold"/>
                <a:ea typeface="Be Vietnam Pro ExtraBold"/>
                <a:cs typeface="Be Vietnam Pro ExtraBold"/>
                <a:sym typeface="Be Vietnam Pro ExtraBold"/>
              </a:rPr>
              <a:t>INSIGHT</a:t>
            </a:r>
            <a:endParaRPr sz="1800">
              <a:latin typeface="Be Vietnam Pro ExtraBold"/>
              <a:ea typeface="Be Vietnam Pro ExtraBold"/>
              <a:cs typeface="Be Vietnam Pro ExtraBold"/>
              <a:sym typeface="Be Vietnam Pro ExtraBold"/>
            </a:endParaRPr>
          </a:p>
        </p:txBody>
      </p:sp>
      <p:sp>
        <p:nvSpPr>
          <p:cNvPr id="1653" name="Google Shape;1653;p172"/>
          <p:cNvSpPr txBox="1"/>
          <p:nvPr/>
        </p:nvSpPr>
        <p:spPr>
          <a:xfrm>
            <a:off x="1208400" y="4303044"/>
            <a:ext cx="7180200" cy="6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Be Vietnam Pro"/>
                <a:ea typeface="Be Vietnam Pro"/>
                <a:cs typeface="Be Vietnam Pro"/>
                <a:sym typeface="Be Vietnam Pro"/>
              </a:rPr>
              <a:t>Áp dụng ngay trang /billing-2 cho toàn bộ traffic.</a:t>
            </a:r>
            <a:endParaRPr sz="1200">
              <a:solidFill>
                <a:schemeClr val="dk1"/>
              </a:solidFill>
              <a:latin typeface="Be Vietnam Pro Medium"/>
              <a:ea typeface="Be Vietnam Pro Medium"/>
              <a:cs typeface="Be Vietnam Pro Medium"/>
              <a:sym typeface="Be Vietnam Pro Medium"/>
            </a:endParaRPr>
          </a:p>
        </p:txBody>
      </p:sp>
      <p:sp>
        <p:nvSpPr>
          <p:cNvPr id="1654" name="Google Shape;1654;p172"/>
          <p:cNvSpPr txBox="1"/>
          <p:nvPr>
            <p:ph idx="4294967295" type="subTitle"/>
          </p:nvPr>
        </p:nvSpPr>
        <p:spPr>
          <a:xfrm>
            <a:off x="5800875" y="1724400"/>
            <a:ext cx="2523900" cy="1694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Be Vietnam Pro"/>
                <a:ea typeface="Be Vietnam Pro"/>
                <a:cs typeface="Be Vietnam Pro"/>
                <a:sym typeface="Be Vietnam Pro"/>
              </a:rPr>
              <a:t>Trang billing 2 giúp thúc đẩy bán chéo và giá trị đơn hàng tốt hơn trang billing.</a:t>
            </a:r>
            <a:endParaRPr>
              <a:latin typeface="Be Vietnam Pro"/>
              <a:ea typeface="Be Vietnam Pro"/>
              <a:cs typeface="Be Vietnam Pro"/>
              <a:sym typeface="Be Vietnam Pro"/>
            </a:endParaRPr>
          </a:p>
        </p:txBody>
      </p:sp>
      <p:sp>
        <p:nvSpPr>
          <p:cNvPr id="1655" name="Google Shape;1655;p172"/>
          <p:cNvSpPr/>
          <p:nvPr/>
        </p:nvSpPr>
        <p:spPr>
          <a:xfrm flipH="1" rot="10800000">
            <a:off x="568500" y="43030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1656" name="Google Shape;1656;p172" title="Đánh giá chất lượng đơn hàng tại đáy phễu"/>
          <p:cNvPicPr preferRelativeResize="0"/>
          <p:nvPr/>
        </p:nvPicPr>
        <p:blipFill>
          <a:blip r:embed="rId3">
            <a:alphaModFix/>
          </a:blip>
          <a:stretch>
            <a:fillRect/>
          </a:stretch>
        </p:blipFill>
        <p:spPr>
          <a:xfrm>
            <a:off x="720000" y="1219050"/>
            <a:ext cx="4814829" cy="29771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173"/>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latin typeface="Be Vietnam Pro ExtraBold"/>
                <a:ea typeface="Be Vietnam Pro ExtraBold"/>
                <a:cs typeface="Be Vietnam Pro ExtraBold"/>
                <a:sym typeface="Be Vietnam Pro ExtraBold"/>
              </a:rPr>
              <a:t>Dự phóng doanh thu</a:t>
            </a:r>
            <a:endParaRPr sz="4300">
              <a:latin typeface="Be Vietnam Pro ExtraBold"/>
              <a:ea typeface="Be Vietnam Pro ExtraBold"/>
              <a:cs typeface="Be Vietnam Pro ExtraBold"/>
              <a:sym typeface="Be Vietnam Pro ExtraBold"/>
            </a:endParaRPr>
          </a:p>
        </p:txBody>
      </p:sp>
      <p:sp>
        <p:nvSpPr>
          <p:cNvPr id="1662" name="Google Shape;1662;p173"/>
          <p:cNvSpPr txBox="1"/>
          <p:nvPr>
            <p:ph idx="1" type="subTitle"/>
          </p:nvPr>
        </p:nvSpPr>
        <p:spPr>
          <a:xfrm>
            <a:off x="2817525" y="3212000"/>
            <a:ext cx="3509100" cy="41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Kiểm định giả thuyết</a:t>
            </a:r>
            <a:endParaRPr i="1">
              <a:latin typeface="Be Vietnam Pro Medium"/>
              <a:ea typeface="Be Vietnam Pro Medium"/>
              <a:cs typeface="Be Vietnam Pro Medium"/>
              <a:sym typeface="Be Vietnam Pro Medium"/>
            </a:endParaRPr>
          </a:p>
        </p:txBody>
      </p:sp>
      <p:sp>
        <p:nvSpPr>
          <p:cNvPr id="1663" name="Google Shape;1663;p173"/>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664" name="Google Shape;1664;p173"/>
          <p:cNvGrpSpPr/>
          <p:nvPr/>
        </p:nvGrpSpPr>
        <p:grpSpPr>
          <a:xfrm>
            <a:off x="0" y="0"/>
            <a:ext cx="1199700" cy="2654850"/>
            <a:chOff x="0" y="0"/>
            <a:chExt cx="1199700" cy="2654850"/>
          </a:xfrm>
        </p:grpSpPr>
        <p:sp>
          <p:nvSpPr>
            <p:cNvPr id="1665" name="Google Shape;1665;p173"/>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66" name="Google Shape;1666;p173"/>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67" name="Google Shape;1667;p173"/>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68" name="Google Shape;1668;p173"/>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669" name="Google Shape;1669;p173"/>
          <p:cNvGrpSpPr/>
          <p:nvPr/>
        </p:nvGrpSpPr>
        <p:grpSpPr>
          <a:xfrm>
            <a:off x="7944300" y="2494350"/>
            <a:ext cx="1199700" cy="2654875"/>
            <a:chOff x="7944300" y="2494350"/>
            <a:chExt cx="1199700" cy="2654875"/>
          </a:xfrm>
        </p:grpSpPr>
        <p:sp>
          <p:nvSpPr>
            <p:cNvPr id="1670" name="Google Shape;1670;p173"/>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71" name="Google Shape;1671;p173"/>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72" name="Google Shape;1672;p173"/>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73" name="Google Shape;1673;p173"/>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674" name="Google Shape;1674;p173"/>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78" name="Shape 1678"/>
        <p:cNvGrpSpPr/>
        <p:nvPr/>
      </p:nvGrpSpPr>
      <p:grpSpPr>
        <a:xfrm>
          <a:off x="0" y="0"/>
          <a:ext cx="0" cy="0"/>
          <a:chOff x="0" y="0"/>
          <a:chExt cx="0" cy="0"/>
        </a:xfrm>
      </p:grpSpPr>
      <p:grpSp>
        <p:nvGrpSpPr>
          <p:cNvPr id="1679" name="Google Shape;1679;p174"/>
          <p:cNvGrpSpPr/>
          <p:nvPr/>
        </p:nvGrpSpPr>
        <p:grpSpPr>
          <a:xfrm>
            <a:off x="0" y="3445954"/>
            <a:ext cx="568500" cy="1714198"/>
            <a:chOff x="0" y="3445954"/>
            <a:chExt cx="568500" cy="1714198"/>
          </a:xfrm>
        </p:grpSpPr>
        <p:sp>
          <p:nvSpPr>
            <p:cNvPr id="1680" name="Google Shape;1680;p174"/>
            <p:cNvSpPr/>
            <p:nvPr/>
          </p:nvSpPr>
          <p:spPr>
            <a:xfrm flipH="1" rot="10800000">
              <a:off x="0" y="4303052"/>
              <a:ext cx="568500" cy="8571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1" name="Google Shape;1681;p174"/>
            <p:cNvSpPr/>
            <p:nvPr/>
          </p:nvSpPr>
          <p:spPr>
            <a:xfrm flipH="1" rot="10800000">
              <a:off x="0" y="3445954"/>
              <a:ext cx="568500" cy="857100"/>
            </a:xfrm>
            <a:prstGeom prst="rect">
              <a:avLst/>
            </a:prstGeom>
            <a:solidFill>
              <a:srgbClr val="1525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82" name="Google Shape;1682;p174"/>
          <p:cNvGrpSpPr/>
          <p:nvPr/>
        </p:nvGrpSpPr>
        <p:grpSpPr>
          <a:xfrm>
            <a:off x="8575500" y="0"/>
            <a:ext cx="568500" cy="5160152"/>
            <a:chOff x="8575500" y="0"/>
            <a:chExt cx="568500" cy="5160152"/>
          </a:xfrm>
        </p:grpSpPr>
        <p:sp>
          <p:nvSpPr>
            <p:cNvPr id="1683" name="Google Shape;1683;p174"/>
            <p:cNvSpPr/>
            <p:nvPr/>
          </p:nvSpPr>
          <p:spPr>
            <a:xfrm flipH="1" rot="10800000">
              <a:off x="8575500" y="4303052"/>
              <a:ext cx="568500" cy="8571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4" name="Google Shape;1684;p174"/>
            <p:cNvSpPr/>
            <p:nvPr/>
          </p:nvSpPr>
          <p:spPr>
            <a:xfrm flipH="1" rot="10800000">
              <a:off x="8575500" y="3445954"/>
              <a:ext cx="568500" cy="857100"/>
            </a:xfrm>
            <a:prstGeom prst="rect">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5" name="Google Shape;1685;p174"/>
            <p:cNvSpPr/>
            <p:nvPr/>
          </p:nvSpPr>
          <p:spPr>
            <a:xfrm flipH="1" rot="10800000">
              <a:off x="8575500" y="0"/>
              <a:ext cx="568500" cy="857100"/>
            </a:xfrm>
            <a:prstGeom prst="rect">
              <a:avLst/>
            </a:prstGeom>
            <a:solidFill>
              <a:srgbClr val="1525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86" name="Google Shape;1686;p174"/>
          <p:cNvSpPr/>
          <p:nvPr/>
        </p:nvSpPr>
        <p:spPr>
          <a:xfrm>
            <a:off x="713222" y="274663"/>
            <a:ext cx="1449900" cy="160500"/>
          </a:xfrm>
          <a:prstGeom prst="rect">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7" name="Google Shape;1687;p174"/>
          <p:cNvSpPr txBox="1"/>
          <p:nvPr/>
        </p:nvSpPr>
        <p:spPr>
          <a:xfrm>
            <a:off x="719995" y="539572"/>
            <a:ext cx="7667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solidFill>
                  <a:srgbClr val="0E1D35"/>
                </a:solidFill>
                <a:latin typeface="Be Vietnam Pro"/>
                <a:ea typeface="Be Vietnam Pro"/>
                <a:cs typeface="Be Vietnam Pro"/>
                <a:sym typeface="Be Vietnam Pro"/>
              </a:rPr>
              <a:t>Phương pháp dự phóng doanh thu</a:t>
            </a:r>
            <a:endParaRPr b="1" sz="2100">
              <a:solidFill>
                <a:srgbClr val="0E1D35"/>
              </a:solidFill>
              <a:latin typeface="Be Vietnam Pro"/>
              <a:ea typeface="Be Vietnam Pro"/>
              <a:cs typeface="Be Vietnam Pro"/>
              <a:sym typeface="Be Vietnam Pro"/>
            </a:endParaRPr>
          </a:p>
        </p:txBody>
      </p:sp>
      <p:grpSp>
        <p:nvGrpSpPr>
          <p:cNvPr id="1688" name="Google Shape;1688;p174"/>
          <p:cNvGrpSpPr/>
          <p:nvPr/>
        </p:nvGrpSpPr>
        <p:grpSpPr>
          <a:xfrm>
            <a:off x="2571750" y="1190625"/>
            <a:ext cx="1714500" cy="2809800"/>
            <a:chOff x="0" y="0"/>
            <a:chExt cx="1714500" cy="2809800"/>
          </a:xfrm>
        </p:grpSpPr>
        <p:sp>
          <p:nvSpPr>
            <p:cNvPr id="1689" name="Google Shape;1689;p174"/>
            <p:cNvSpPr/>
            <p:nvPr/>
          </p:nvSpPr>
          <p:spPr>
            <a:xfrm>
              <a:off x="0" y="0"/>
              <a:ext cx="1714500" cy="2809800"/>
            </a:xfrm>
            <a:prstGeom prst="roundRect">
              <a:avLst>
                <a:gd fmla="val 4444" name="adj"/>
              </a:avLst>
            </a:prstGeom>
            <a:solidFill>
              <a:srgbClr val="FFFFFF"/>
            </a:solidFill>
            <a:ln cap="flat" cmpd="sng" w="9525">
              <a:solidFill>
                <a:srgbClr val="EFEF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0" name="Google Shape;1690;p174"/>
            <p:cNvSpPr/>
            <p:nvPr/>
          </p:nvSpPr>
          <p:spPr>
            <a:xfrm>
              <a:off x="142875" y="142875"/>
              <a:ext cx="568500" cy="190500"/>
            </a:xfrm>
            <a:prstGeom prst="roundRect">
              <a:avLst>
                <a:gd fmla="val 20000" name="adj"/>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chemeClr val="accent3"/>
                  </a:solidFill>
                  <a:latin typeface="Be Vietnam Pro"/>
                  <a:ea typeface="Be Vietnam Pro"/>
                  <a:cs typeface="Be Vietnam Pro"/>
                  <a:sym typeface="Be Vietnam Pro"/>
                </a:rPr>
                <a:t>BƯỚC 2</a:t>
              </a:r>
              <a:endParaRPr b="1" sz="900">
                <a:solidFill>
                  <a:schemeClr val="accent3"/>
                </a:solidFill>
                <a:latin typeface="Be Vietnam Pro"/>
                <a:ea typeface="Be Vietnam Pro"/>
                <a:cs typeface="Be Vietnam Pro"/>
                <a:sym typeface="Be Vietnam Pro"/>
              </a:endParaRPr>
            </a:p>
          </p:txBody>
        </p:sp>
        <p:sp>
          <p:nvSpPr>
            <p:cNvPr id="1691" name="Google Shape;1691;p174"/>
            <p:cNvSpPr txBox="1"/>
            <p:nvPr/>
          </p:nvSpPr>
          <p:spPr>
            <a:xfrm>
              <a:off x="142875" y="476250"/>
              <a:ext cx="1428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300">
                  <a:solidFill>
                    <a:srgbClr val="15253F"/>
                  </a:solidFill>
                  <a:latin typeface="Be Vietnam Pro"/>
                  <a:ea typeface="Be Vietnam Pro"/>
                  <a:cs typeface="Be Vietnam Pro"/>
                  <a:sym typeface="Be Vietnam Pro"/>
                </a:rPr>
                <a:t>02</a:t>
              </a:r>
              <a:endParaRPr b="1" sz="2300">
                <a:solidFill>
                  <a:srgbClr val="15253F"/>
                </a:solidFill>
                <a:latin typeface="Be Vietnam Pro"/>
                <a:ea typeface="Be Vietnam Pro"/>
                <a:cs typeface="Be Vietnam Pro"/>
                <a:sym typeface="Be Vietnam Pro"/>
              </a:endParaRPr>
            </a:p>
            <a:p>
              <a:pPr indent="0" lvl="0" marL="0" rtl="0" algn="l">
                <a:spcBef>
                  <a:spcPts val="0"/>
                </a:spcBef>
                <a:spcAft>
                  <a:spcPts val="0"/>
                </a:spcAft>
                <a:buNone/>
              </a:pPr>
              <a:r>
                <a:rPr b="1" lang="en" sz="1100">
                  <a:solidFill>
                    <a:srgbClr val="15253F"/>
                  </a:solidFill>
                  <a:latin typeface="Be Vietnam Pro"/>
                  <a:ea typeface="Be Vietnam Pro"/>
                  <a:cs typeface="Be Vietnam Pro"/>
                  <a:sym typeface="Be Vietnam Pro"/>
                </a:rPr>
                <a:t>Giả lập Số đơn mới</a:t>
              </a:r>
              <a:endParaRPr b="1" sz="1100">
                <a:solidFill>
                  <a:srgbClr val="15253F"/>
                </a:solidFill>
                <a:latin typeface="Be Vietnam Pro"/>
                <a:ea typeface="Be Vietnam Pro"/>
                <a:cs typeface="Be Vietnam Pro"/>
                <a:sym typeface="Be Vietnam Pro"/>
              </a:endParaRPr>
            </a:p>
            <a:p>
              <a:pPr indent="0" lvl="0" marL="0" rtl="0" algn="l">
                <a:spcBef>
                  <a:spcPts val="450"/>
                </a:spcBef>
                <a:spcAft>
                  <a:spcPts val="0"/>
                </a:spcAft>
                <a:buNone/>
              </a:pPr>
              <a:r>
                <a:rPr lang="en" sz="900">
                  <a:solidFill>
                    <a:srgbClr val="2B3B5D"/>
                  </a:solidFill>
                  <a:latin typeface="Be Vietnam Pro"/>
                  <a:ea typeface="Be Vietnam Pro"/>
                  <a:cs typeface="Be Vietnam Pro"/>
                  <a:sym typeface="Be Vietnam Pro"/>
                </a:rPr>
                <a:t>Lấy tổng lượng traffic (Volume) đã đi vào trang /billing, đem nhân với CR) của trang /billing-2</a:t>
              </a:r>
              <a:endParaRPr sz="900">
                <a:solidFill>
                  <a:srgbClr val="2B3B5D"/>
                </a:solidFill>
                <a:latin typeface="Be Vietnam Pro"/>
                <a:ea typeface="Be Vietnam Pro"/>
                <a:cs typeface="Be Vietnam Pro"/>
                <a:sym typeface="Be Vietnam Pro"/>
              </a:endParaRPr>
            </a:p>
            <a:p>
              <a:pPr indent="0" lvl="0" marL="0" rtl="0" algn="l">
                <a:spcBef>
                  <a:spcPts val="450"/>
                </a:spcBef>
                <a:spcAft>
                  <a:spcPts val="0"/>
                </a:spcAft>
                <a:buNone/>
              </a:pPr>
              <a:r>
                <a:rPr i="1" lang="en" sz="900">
                  <a:solidFill>
                    <a:srgbClr val="7C8594"/>
                  </a:solidFill>
                  <a:latin typeface="Be Vietnam Pro"/>
                  <a:ea typeface="Be Vietnam Pro"/>
                  <a:cs typeface="Be Vietnam Pro"/>
                  <a:sym typeface="Be Vietnam Pro"/>
                </a:rPr>
                <a:t>Công thức:</a:t>
              </a:r>
              <a:br>
                <a:rPr i="1" lang="en" sz="900">
                  <a:solidFill>
                    <a:srgbClr val="7C8594"/>
                  </a:solidFill>
                  <a:latin typeface="Be Vietnam Pro"/>
                  <a:ea typeface="Be Vietnam Pro"/>
                  <a:cs typeface="Be Vietnam Pro"/>
                  <a:sym typeface="Be Vietnam Pro"/>
                </a:rPr>
              </a:br>
              <a:r>
                <a:rPr i="1" lang="en" sz="900">
                  <a:solidFill>
                    <a:srgbClr val="7C8594"/>
                  </a:solidFill>
                  <a:latin typeface="Be Vietnam Pro"/>
                  <a:ea typeface="Be Vietnam Pro"/>
                  <a:cs typeface="Be Vietnam Pro"/>
                  <a:sym typeface="Be Vietnam Pro"/>
                </a:rPr>
                <a:t>Volume /billing × CR trang /billing-2</a:t>
              </a:r>
              <a:endParaRPr i="1" sz="900">
                <a:solidFill>
                  <a:srgbClr val="7C8594"/>
                </a:solidFill>
                <a:latin typeface="Be Vietnam Pro"/>
                <a:ea typeface="Be Vietnam Pro"/>
                <a:cs typeface="Be Vietnam Pro"/>
                <a:sym typeface="Be Vietnam Pro"/>
              </a:endParaRPr>
            </a:p>
          </p:txBody>
        </p:sp>
      </p:grpSp>
      <p:grpSp>
        <p:nvGrpSpPr>
          <p:cNvPr id="1692" name="Google Shape;1692;p174"/>
          <p:cNvGrpSpPr/>
          <p:nvPr/>
        </p:nvGrpSpPr>
        <p:grpSpPr>
          <a:xfrm>
            <a:off x="4429125" y="1190625"/>
            <a:ext cx="1714500" cy="2809800"/>
            <a:chOff x="0" y="0"/>
            <a:chExt cx="1714500" cy="2809800"/>
          </a:xfrm>
        </p:grpSpPr>
        <p:sp>
          <p:nvSpPr>
            <p:cNvPr id="1693" name="Google Shape;1693;p174"/>
            <p:cNvSpPr/>
            <p:nvPr/>
          </p:nvSpPr>
          <p:spPr>
            <a:xfrm>
              <a:off x="0" y="0"/>
              <a:ext cx="1714500" cy="2809800"/>
            </a:xfrm>
            <a:prstGeom prst="roundRect">
              <a:avLst>
                <a:gd fmla="val 4444" name="adj"/>
              </a:avLst>
            </a:prstGeom>
            <a:solidFill>
              <a:srgbClr val="FFFFFF"/>
            </a:solidFill>
            <a:ln cap="flat" cmpd="sng" w="9525">
              <a:solidFill>
                <a:srgbClr val="EFEF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4" name="Google Shape;1694;p174"/>
            <p:cNvSpPr/>
            <p:nvPr/>
          </p:nvSpPr>
          <p:spPr>
            <a:xfrm>
              <a:off x="142875" y="142875"/>
              <a:ext cx="568500" cy="190500"/>
            </a:xfrm>
            <a:prstGeom prst="roundRect">
              <a:avLst>
                <a:gd fmla="val 20000" name="adj"/>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chemeClr val="accent3"/>
                  </a:solidFill>
                  <a:latin typeface="Be Vietnam Pro"/>
                  <a:ea typeface="Be Vietnam Pro"/>
                  <a:cs typeface="Be Vietnam Pro"/>
                  <a:sym typeface="Be Vietnam Pro"/>
                </a:rPr>
                <a:t>BƯỚC 3</a:t>
              </a:r>
              <a:endParaRPr sz="900">
                <a:latin typeface="Be Vietnam Pro"/>
                <a:ea typeface="Be Vietnam Pro"/>
                <a:cs typeface="Be Vietnam Pro"/>
                <a:sym typeface="Be Vietnam Pro"/>
              </a:endParaRPr>
            </a:p>
          </p:txBody>
        </p:sp>
        <p:sp>
          <p:nvSpPr>
            <p:cNvPr id="1695" name="Google Shape;1695;p174"/>
            <p:cNvSpPr txBox="1"/>
            <p:nvPr/>
          </p:nvSpPr>
          <p:spPr>
            <a:xfrm>
              <a:off x="142875" y="476250"/>
              <a:ext cx="1428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300">
                  <a:solidFill>
                    <a:srgbClr val="15253F"/>
                  </a:solidFill>
                  <a:latin typeface="Be Vietnam Pro"/>
                  <a:ea typeface="Be Vietnam Pro"/>
                  <a:cs typeface="Be Vietnam Pro"/>
                  <a:sym typeface="Be Vietnam Pro"/>
                </a:rPr>
                <a:t>03</a:t>
              </a:r>
              <a:endParaRPr b="1" sz="2300">
                <a:solidFill>
                  <a:srgbClr val="15253F"/>
                </a:solidFill>
                <a:latin typeface="Be Vietnam Pro"/>
                <a:ea typeface="Be Vietnam Pro"/>
                <a:cs typeface="Be Vietnam Pro"/>
                <a:sym typeface="Be Vietnam Pro"/>
              </a:endParaRPr>
            </a:p>
            <a:p>
              <a:pPr indent="0" lvl="0" marL="0" rtl="0" algn="l">
                <a:spcBef>
                  <a:spcPts val="0"/>
                </a:spcBef>
                <a:spcAft>
                  <a:spcPts val="0"/>
                </a:spcAft>
                <a:buNone/>
              </a:pPr>
              <a:r>
                <a:rPr b="1" lang="en" sz="1100">
                  <a:solidFill>
                    <a:srgbClr val="15253F"/>
                  </a:solidFill>
                  <a:latin typeface="Be Vietnam Pro"/>
                  <a:ea typeface="Be Vietnam Pro"/>
                  <a:cs typeface="Be Vietnam Pro"/>
                  <a:sym typeface="Be Vietnam Pro"/>
                </a:rPr>
                <a:t>Giả lập Doanh thu mới</a:t>
              </a:r>
              <a:endParaRPr b="1" sz="1100">
                <a:solidFill>
                  <a:srgbClr val="15253F"/>
                </a:solidFill>
                <a:latin typeface="Be Vietnam Pro"/>
                <a:ea typeface="Be Vietnam Pro"/>
                <a:cs typeface="Be Vietnam Pro"/>
                <a:sym typeface="Be Vietnam Pro"/>
              </a:endParaRPr>
            </a:p>
            <a:p>
              <a:pPr indent="0" lvl="0" marL="0" rtl="0" algn="l">
                <a:spcBef>
                  <a:spcPts val="450"/>
                </a:spcBef>
                <a:spcAft>
                  <a:spcPts val="0"/>
                </a:spcAft>
                <a:buNone/>
              </a:pPr>
              <a:r>
                <a:rPr lang="en" sz="900">
                  <a:solidFill>
                    <a:srgbClr val="2B3B5D"/>
                  </a:solidFill>
                  <a:latin typeface="Be Vietnam Pro"/>
                  <a:ea typeface="Be Vietnam Pro"/>
                  <a:cs typeface="Be Vietnam Pro"/>
                  <a:sym typeface="Be Vietnam Pro"/>
                </a:rPr>
                <a:t>Tính toán tổng doanh thu </a:t>
              </a:r>
              <a:r>
                <a:rPr lang="en" sz="900">
                  <a:solidFill>
                    <a:srgbClr val="2B3B5D"/>
                  </a:solidFill>
                  <a:latin typeface="Be Vietnam Pro"/>
                  <a:ea typeface="Be Vietnam Pro"/>
                  <a:cs typeface="Be Vietnam Pro"/>
                  <a:sym typeface="Be Vietnam Pro"/>
                </a:rPr>
                <a:t>kỳ</a:t>
              </a:r>
              <a:r>
                <a:rPr lang="en" sz="900">
                  <a:solidFill>
                    <a:srgbClr val="2B3B5D"/>
                  </a:solidFill>
                  <a:latin typeface="Be Vietnam Pro"/>
                  <a:ea typeface="Be Vietnam Pro"/>
                  <a:cs typeface="Be Vietnam Pro"/>
                  <a:sym typeface="Be Vietnam Pro"/>
                </a:rPr>
                <a:t> vọng mới sau khi áp dụng cải tiến tăng trưởng đơn hàng.</a:t>
              </a:r>
              <a:endParaRPr sz="900">
                <a:solidFill>
                  <a:srgbClr val="2B3B5D"/>
                </a:solidFill>
                <a:latin typeface="Be Vietnam Pro"/>
                <a:ea typeface="Be Vietnam Pro"/>
                <a:cs typeface="Be Vietnam Pro"/>
                <a:sym typeface="Be Vietnam Pro"/>
              </a:endParaRPr>
            </a:p>
            <a:p>
              <a:pPr indent="0" lvl="0" marL="0" rtl="0" algn="l">
                <a:spcBef>
                  <a:spcPts val="450"/>
                </a:spcBef>
                <a:spcAft>
                  <a:spcPts val="0"/>
                </a:spcAft>
                <a:buNone/>
              </a:pPr>
              <a:r>
                <a:rPr i="1" lang="en" sz="900">
                  <a:solidFill>
                    <a:srgbClr val="7C8594"/>
                  </a:solidFill>
                  <a:latin typeface="Be Vietnam Pro"/>
                  <a:ea typeface="Be Vietnam Pro"/>
                  <a:cs typeface="Be Vietnam Pro"/>
                  <a:sym typeface="Be Vietnam Pro"/>
                </a:rPr>
                <a:t>Công thức:</a:t>
              </a:r>
              <a:br>
                <a:rPr i="1" lang="en" sz="900">
                  <a:solidFill>
                    <a:srgbClr val="7C8594"/>
                  </a:solidFill>
                  <a:latin typeface="Be Vietnam Pro"/>
                  <a:ea typeface="Be Vietnam Pro"/>
                  <a:cs typeface="Be Vietnam Pro"/>
                  <a:sym typeface="Be Vietnam Pro"/>
                </a:rPr>
              </a:br>
              <a:r>
                <a:rPr i="1" lang="en" sz="900">
                  <a:solidFill>
                    <a:srgbClr val="7C8594"/>
                  </a:solidFill>
                  <a:latin typeface="Be Vietnam Pro"/>
                  <a:ea typeface="Be Vietnam Pro"/>
                  <a:cs typeface="Be Vietnam Pro"/>
                  <a:sym typeface="Be Vietnam Pro"/>
                </a:rPr>
                <a:t>Số đơn giả lập × AOV trang /billing-2</a:t>
              </a:r>
              <a:endParaRPr i="1" sz="900">
                <a:solidFill>
                  <a:srgbClr val="7C8594"/>
                </a:solidFill>
                <a:latin typeface="Be Vietnam Pro"/>
                <a:ea typeface="Be Vietnam Pro"/>
                <a:cs typeface="Be Vietnam Pro"/>
                <a:sym typeface="Be Vietnam Pro"/>
              </a:endParaRPr>
            </a:p>
          </p:txBody>
        </p:sp>
      </p:grpSp>
      <p:grpSp>
        <p:nvGrpSpPr>
          <p:cNvPr id="1696" name="Google Shape;1696;p174"/>
          <p:cNvGrpSpPr/>
          <p:nvPr/>
        </p:nvGrpSpPr>
        <p:grpSpPr>
          <a:xfrm>
            <a:off x="6286500" y="1190625"/>
            <a:ext cx="1714500" cy="2809800"/>
            <a:chOff x="0" y="0"/>
            <a:chExt cx="1714500" cy="2809800"/>
          </a:xfrm>
        </p:grpSpPr>
        <p:sp>
          <p:nvSpPr>
            <p:cNvPr id="1697" name="Google Shape;1697;p174"/>
            <p:cNvSpPr/>
            <p:nvPr/>
          </p:nvSpPr>
          <p:spPr>
            <a:xfrm>
              <a:off x="0" y="0"/>
              <a:ext cx="1714500" cy="2809800"/>
            </a:xfrm>
            <a:prstGeom prst="roundRect">
              <a:avLst>
                <a:gd fmla="val 4444" name="adj"/>
              </a:avLst>
            </a:prstGeom>
            <a:solidFill>
              <a:srgbClr val="FFFFFF"/>
            </a:solidFill>
            <a:ln cap="flat" cmpd="sng" w="9525">
              <a:solidFill>
                <a:srgbClr val="EFEF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8" name="Google Shape;1698;p174"/>
            <p:cNvSpPr/>
            <p:nvPr/>
          </p:nvSpPr>
          <p:spPr>
            <a:xfrm>
              <a:off x="142875" y="142875"/>
              <a:ext cx="568500" cy="190500"/>
            </a:xfrm>
            <a:prstGeom prst="roundRect">
              <a:avLst>
                <a:gd fmla="val 20000" name="adj"/>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chemeClr val="lt2"/>
                  </a:solidFill>
                  <a:latin typeface="Be Vietnam Pro"/>
                  <a:ea typeface="Be Vietnam Pro"/>
                  <a:cs typeface="Be Vietnam Pro"/>
                  <a:sym typeface="Be Vietnam Pro"/>
                </a:rPr>
                <a:t>BƯỚC 4</a:t>
              </a:r>
              <a:endParaRPr sz="900">
                <a:solidFill>
                  <a:schemeClr val="lt2"/>
                </a:solidFill>
                <a:latin typeface="Be Vietnam Pro"/>
                <a:ea typeface="Be Vietnam Pro"/>
                <a:cs typeface="Be Vietnam Pro"/>
                <a:sym typeface="Be Vietnam Pro"/>
              </a:endParaRPr>
            </a:p>
          </p:txBody>
        </p:sp>
        <p:sp>
          <p:nvSpPr>
            <p:cNvPr id="1699" name="Google Shape;1699;p174"/>
            <p:cNvSpPr txBox="1"/>
            <p:nvPr/>
          </p:nvSpPr>
          <p:spPr>
            <a:xfrm>
              <a:off x="142875" y="476250"/>
              <a:ext cx="1428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300">
                  <a:solidFill>
                    <a:srgbClr val="15253F"/>
                  </a:solidFill>
                  <a:latin typeface="Be Vietnam Pro"/>
                  <a:ea typeface="Be Vietnam Pro"/>
                  <a:cs typeface="Be Vietnam Pro"/>
                  <a:sym typeface="Be Vietnam Pro"/>
                </a:rPr>
                <a:t>04</a:t>
              </a:r>
              <a:endParaRPr b="1" sz="2300">
                <a:solidFill>
                  <a:srgbClr val="15253F"/>
                </a:solidFill>
                <a:latin typeface="Be Vietnam Pro"/>
                <a:ea typeface="Be Vietnam Pro"/>
                <a:cs typeface="Be Vietnam Pro"/>
                <a:sym typeface="Be Vietnam Pro"/>
              </a:endParaRPr>
            </a:p>
            <a:p>
              <a:pPr indent="0" lvl="0" marL="0" rtl="0" algn="l">
                <a:spcBef>
                  <a:spcPts val="0"/>
                </a:spcBef>
                <a:spcAft>
                  <a:spcPts val="0"/>
                </a:spcAft>
                <a:buNone/>
              </a:pPr>
              <a:r>
                <a:rPr b="1" lang="en" sz="1100">
                  <a:solidFill>
                    <a:srgbClr val="15253F"/>
                  </a:solidFill>
                  <a:latin typeface="Be Vietnam Pro"/>
                  <a:ea typeface="Be Vietnam Pro"/>
                  <a:cs typeface="Be Vietnam Pro"/>
                  <a:sym typeface="Be Vietnam Pro"/>
                </a:rPr>
                <a:t>Quy đổi KPI Tháng</a:t>
              </a:r>
              <a:endParaRPr b="1" sz="1100">
                <a:solidFill>
                  <a:srgbClr val="15253F"/>
                </a:solidFill>
                <a:latin typeface="Be Vietnam Pro"/>
                <a:ea typeface="Be Vietnam Pro"/>
                <a:cs typeface="Be Vietnam Pro"/>
                <a:sym typeface="Be Vietnam Pro"/>
              </a:endParaRPr>
            </a:p>
            <a:p>
              <a:pPr indent="0" lvl="0" marL="0" rtl="0" algn="l">
                <a:spcBef>
                  <a:spcPts val="450"/>
                </a:spcBef>
                <a:spcAft>
                  <a:spcPts val="0"/>
                </a:spcAft>
                <a:buNone/>
              </a:pPr>
              <a:r>
                <a:rPr lang="en" sz="900">
                  <a:solidFill>
                    <a:srgbClr val="2B3B5D"/>
                  </a:solidFill>
                  <a:latin typeface="Be Vietnam Pro"/>
                  <a:ea typeface="Be Vietnam Pro"/>
                  <a:cs typeface="Be Vietnam Pro"/>
                  <a:sym typeface="Be Vietnam Pro"/>
                </a:rPr>
                <a:t>Quy đổi dữ liệu tổng hợp ra chu kỳ tháng để xác định mục tiêu KPI kỳ vọng cụ thể cho mỗi tháng.</a:t>
              </a:r>
              <a:endParaRPr sz="900">
                <a:solidFill>
                  <a:srgbClr val="2B3B5D"/>
                </a:solidFill>
                <a:latin typeface="Be Vietnam Pro"/>
                <a:ea typeface="Be Vietnam Pro"/>
                <a:cs typeface="Be Vietnam Pro"/>
                <a:sym typeface="Be Vietnam Pro"/>
              </a:endParaRPr>
            </a:p>
            <a:p>
              <a:pPr indent="0" lvl="0" marL="0" rtl="0" algn="l">
                <a:spcBef>
                  <a:spcPts val="450"/>
                </a:spcBef>
                <a:spcAft>
                  <a:spcPts val="0"/>
                </a:spcAft>
                <a:buNone/>
              </a:pPr>
              <a:r>
                <a:rPr i="1" lang="en" sz="900">
                  <a:solidFill>
                    <a:srgbClr val="7C8594"/>
                  </a:solidFill>
                  <a:latin typeface="Be Vietnam Pro"/>
                  <a:ea typeface="Be Vietnam Pro"/>
                  <a:cs typeface="Be Vietnam Pro"/>
                  <a:sym typeface="Be Vietnam Pro"/>
                </a:rPr>
                <a:t>Mục tiêu:</a:t>
              </a:r>
              <a:br>
                <a:rPr i="1" lang="en" sz="900">
                  <a:solidFill>
                    <a:srgbClr val="7C8594"/>
                  </a:solidFill>
                  <a:latin typeface="Be Vietnam Pro"/>
                  <a:ea typeface="Be Vietnam Pro"/>
                  <a:cs typeface="Be Vietnam Pro"/>
                  <a:sym typeface="Be Vietnam Pro"/>
                </a:rPr>
              </a:br>
              <a:r>
                <a:rPr i="1" lang="en" sz="900">
                  <a:solidFill>
                    <a:srgbClr val="7C8594"/>
                  </a:solidFill>
                  <a:latin typeface="Be Vietnam Pro"/>
                  <a:ea typeface="Be Vietnam Pro"/>
                  <a:cs typeface="Be Vietnam Pro"/>
                  <a:sym typeface="Be Vietnam Pro"/>
                </a:rPr>
                <a:t>Thiết lập KPI t</a:t>
              </a:r>
              <a:r>
                <a:rPr i="1" lang="en" sz="900">
                  <a:solidFill>
                    <a:srgbClr val="7C8594"/>
                  </a:solidFill>
                  <a:latin typeface="Be Vietnam Pro"/>
                  <a:ea typeface="Be Vietnam Pro"/>
                  <a:cs typeface="Be Vietnam Pro"/>
                  <a:sym typeface="Be Vietnam Pro"/>
                </a:rPr>
                <a:t>heo dõi</a:t>
              </a:r>
              <a:r>
                <a:rPr i="1" lang="en" sz="900">
                  <a:solidFill>
                    <a:srgbClr val="7C8594"/>
                  </a:solidFill>
                  <a:latin typeface="Be Vietnam Pro"/>
                  <a:ea typeface="Be Vietnam Pro"/>
                  <a:cs typeface="Be Vietnam Pro"/>
                  <a:sym typeface="Be Vietnam Pro"/>
                </a:rPr>
                <a:t> hàng tháng xem </a:t>
              </a:r>
              <a:r>
                <a:rPr i="1" lang="en" sz="900">
                  <a:solidFill>
                    <a:srgbClr val="7C8594"/>
                  </a:solidFill>
                  <a:latin typeface="Be Vietnam Pro"/>
                  <a:ea typeface="Be Vietnam Pro"/>
                  <a:cs typeface="Be Vietnam Pro"/>
                  <a:sym typeface="Be Vietnam Pro"/>
                </a:rPr>
                <a:t>có đạt như kỳ vọng không</a:t>
              </a:r>
              <a:endParaRPr i="1" sz="900">
                <a:solidFill>
                  <a:srgbClr val="7C8594"/>
                </a:solidFill>
                <a:latin typeface="Be Vietnam Pro"/>
                <a:ea typeface="Be Vietnam Pro"/>
                <a:cs typeface="Be Vietnam Pro"/>
                <a:sym typeface="Be Vietnam Pro"/>
              </a:endParaRPr>
            </a:p>
          </p:txBody>
        </p:sp>
      </p:grpSp>
      <p:grpSp>
        <p:nvGrpSpPr>
          <p:cNvPr id="1700" name="Google Shape;1700;p174"/>
          <p:cNvGrpSpPr/>
          <p:nvPr/>
        </p:nvGrpSpPr>
        <p:grpSpPr>
          <a:xfrm>
            <a:off x="714375" y="1190625"/>
            <a:ext cx="1714500" cy="2809800"/>
            <a:chOff x="0" y="0"/>
            <a:chExt cx="1714500" cy="2809800"/>
          </a:xfrm>
        </p:grpSpPr>
        <p:sp>
          <p:nvSpPr>
            <p:cNvPr id="1701" name="Google Shape;1701;p174"/>
            <p:cNvSpPr/>
            <p:nvPr/>
          </p:nvSpPr>
          <p:spPr>
            <a:xfrm>
              <a:off x="0" y="0"/>
              <a:ext cx="1714500" cy="2809800"/>
            </a:xfrm>
            <a:prstGeom prst="roundRect">
              <a:avLst>
                <a:gd fmla="val 4444" name="adj"/>
              </a:avLst>
            </a:prstGeom>
            <a:solidFill>
              <a:srgbClr val="FFFFFF"/>
            </a:solidFill>
            <a:ln cap="flat" cmpd="sng" w="9525">
              <a:solidFill>
                <a:srgbClr val="EFEF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2" name="Google Shape;1702;p174"/>
            <p:cNvSpPr/>
            <p:nvPr/>
          </p:nvSpPr>
          <p:spPr>
            <a:xfrm>
              <a:off x="142875" y="142875"/>
              <a:ext cx="568500" cy="190500"/>
            </a:xfrm>
            <a:prstGeom prst="roundRect">
              <a:avLst>
                <a:gd fmla="val 20000" name="adj"/>
              </a:avLst>
            </a:prstGeom>
            <a:solidFill>
              <a:srgbClr val="1525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3" name="Google Shape;1703;p174"/>
            <p:cNvSpPr txBox="1"/>
            <p:nvPr/>
          </p:nvSpPr>
          <p:spPr>
            <a:xfrm>
              <a:off x="142875" y="476250"/>
              <a:ext cx="1428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300">
                  <a:solidFill>
                    <a:srgbClr val="15253F"/>
                  </a:solidFill>
                  <a:latin typeface="Be Vietnam Pro"/>
                  <a:ea typeface="Be Vietnam Pro"/>
                  <a:cs typeface="Be Vietnam Pro"/>
                  <a:sym typeface="Be Vietnam Pro"/>
                </a:rPr>
                <a:t>01</a:t>
              </a:r>
              <a:endParaRPr b="1" sz="2300">
                <a:solidFill>
                  <a:srgbClr val="15253F"/>
                </a:solidFill>
                <a:latin typeface="Be Vietnam Pro"/>
                <a:ea typeface="Be Vietnam Pro"/>
                <a:cs typeface="Be Vietnam Pro"/>
                <a:sym typeface="Be Vietnam Pro"/>
              </a:endParaRPr>
            </a:p>
            <a:p>
              <a:pPr indent="0" lvl="0" marL="0" rtl="0" algn="l">
                <a:spcBef>
                  <a:spcPts val="0"/>
                </a:spcBef>
                <a:spcAft>
                  <a:spcPts val="0"/>
                </a:spcAft>
                <a:buNone/>
              </a:pPr>
              <a:r>
                <a:rPr b="1" lang="en" sz="1100">
                  <a:solidFill>
                    <a:srgbClr val="15253F"/>
                  </a:solidFill>
                  <a:latin typeface="Be Vietnam Pro"/>
                  <a:ea typeface="Be Vietnam Pro"/>
                  <a:cs typeface="Be Vietnam Pro"/>
                  <a:sym typeface="Be Vietnam Pro"/>
                </a:rPr>
                <a:t>Doanh thu thực tế</a:t>
              </a:r>
              <a:endParaRPr b="1" sz="1100">
                <a:solidFill>
                  <a:srgbClr val="15253F"/>
                </a:solidFill>
                <a:latin typeface="Be Vietnam Pro"/>
                <a:ea typeface="Be Vietnam Pro"/>
                <a:cs typeface="Be Vietnam Pro"/>
                <a:sym typeface="Be Vietnam Pro"/>
              </a:endParaRPr>
            </a:p>
            <a:p>
              <a:pPr indent="0" lvl="0" marL="0" rtl="0" algn="l">
                <a:spcBef>
                  <a:spcPts val="450"/>
                </a:spcBef>
                <a:spcAft>
                  <a:spcPts val="0"/>
                </a:spcAft>
                <a:buNone/>
              </a:pPr>
              <a:r>
                <a:rPr lang="en" sz="900">
                  <a:solidFill>
                    <a:srgbClr val="2B3B5D"/>
                  </a:solidFill>
                  <a:latin typeface="Be Vietnam Pro"/>
                  <a:ea typeface="Be Vietnam Pro"/>
                  <a:cs typeface="Be Vietnam Pro"/>
                  <a:sym typeface="Be Vietnam Pro"/>
                </a:rPr>
                <a:t>Xác định số lượng đơn hàng thành công và doanh thu hiện tại từ trang /billing.</a:t>
              </a:r>
              <a:endParaRPr sz="900">
                <a:solidFill>
                  <a:srgbClr val="2B3B5D"/>
                </a:solidFill>
                <a:latin typeface="Be Vietnam Pro"/>
                <a:ea typeface="Be Vietnam Pro"/>
                <a:cs typeface="Be Vietnam Pro"/>
                <a:sym typeface="Be Vietnam Pro"/>
              </a:endParaRPr>
            </a:p>
            <a:p>
              <a:pPr indent="0" lvl="0" marL="0" rtl="0" algn="l">
                <a:spcBef>
                  <a:spcPts val="450"/>
                </a:spcBef>
                <a:spcAft>
                  <a:spcPts val="0"/>
                </a:spcAft>
                <a:buNone/>
              </a:pPr>
              <a:r>
                <a:rPr i="1" lang="en" sz="900">
                  <a:solidFill>
                    <a:srgbClr val="7C8594"/>
                  </a:solidFill>
                  <a:latin typeface="Be Vietnam Pro"/>
                  <a:ea typeface="Be Vietnam Pro"/>
                  <a:cs typeface="Be Vietnam Pro"/>
                  <a:sym typeface="Be Vietnam Pro"/>
                </a:rPr>
                <a:t>Công thức:</a:t>
              </a:r>
              <a:br>
                <a:rPr i="1" lang="en" sz="900">
                  <a:solidFill>
                    <a:srgbClr val="7C8594"/>
                  </a:solidFill>
                  <a:latin typeface="Be Vietnam Pro"/>
                  <a:ea typeface="Be Vietnam Pro"/>
                  <a:cs typeface="Be Vietnam Pro"/>
                  <a:sym typeface="Be Vietnam Pro"/>
                </a:rPr>
              </a:br>
              <a:r>
                <a:rPr i="1" lang="en" sz="900">
                  <a:solidFill>
                    <a:srgbClr val="7C8594"/>
                  </a:solidFill>
                  <a:latin typeface="Be Vietnam Pro"/>
                  <a:ea typeface="Be Vietnam Pro"/>
                  <a:cs typeface="Be Vietnam Pro"/>
                  <a:sym typeface="Be Vietnam Pro"/>
                </a:rPr>
                <a:t>Số đơn thực tế × AOV trang /billing</a:t>
              </a:r>
              <a:endParaRPr i="1" sz="900">
                <a:solidFill>
                  <a:srgbClr val="7C8594"/>
                </a:solidFill>
                <a:latin typeface="Be Vietnam Pro"/>
                <a:ea typeface="Be Vietnam Pro"/>
                <a:cs typeface="Be Vietnam Pro"/>
                <a:sym typeface="Be Vietnam Pro"/>
              </a:endParaRPr>
            </a:p>
          </p:txBody>
        </p:sp>
        <p:sp>
          <p:nvSpPr>
            <p:cNvPr id="1704" name="Google Shape;1704;p174"/>
            <p:cNvSpPr txBox="1"/>
            <p:nvPr/>
          </p:nvSpPr>
          <p:spPr>
            <a:xfrm>
              <a:off x="172675" y="142875"/>
              <a:ext cx="5388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FFFFF"/>
                  </a:solidFill>
                  <a:latin typeface="Be Vietnam Pro"/>
                  <a:ea typeface="Be Vietnam Pro"/>
                  <a:cs typeface="Be Vietnam Pro"/>
                  <a:sym typeface="Be Vietnam Pro"/>
                </a:rPr>
                <a:t>BƯỚC 1</a:t>
              </a:r>
              <a:endParaRPr b="1" sz="900">
                <a:solidFill>
                  <a:srgbClr val="FFFFFF"/>
                </a:solidFill>
                <a:latin typeface="Be Vietnam Pro"/>
                <a:ea typeface="Be Vietnam Pro"/>
                <a:cs typeface="Be Vietnam Pro"/>
                <a:sym typeface="Be Vietnam Pr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
        <p:nvSpPr>
          <p:cNvPr id="1709" name="Google Shape;1709;p175"/>
          <p:cNvSpPr txBox="1"/>
          <p:nvPr>
            <p:ph type="title"/>
          </p:nvPr>
        </p:nvSpPr>
        <p:spPr>
          <a:xfrm>
            <a:off x="720000" y="539575"/>
            <a:ext cx="7668600" cy="48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Doanh thu </a:t>
            </a:r>
            <a:r>
              <a:rPr b="1" lang="en" sz="2100">
                <a:latin typeface="Be Vietnam Pro"/>
                <a:ea typeface="Be Vietnam Pro"/>
                <a:cs typeface="Be Vietnam Pro"/>
                <a:sym typeface="Be Vietnam Pro"/>
              </a:rPr>
              <a:t>dự</a:t>
            </a:r>
            <a:r>
              <a:rPr b="1" lang="en" sz="2100">
                <a:latin typeface="Be Vietnam Pro"/>
                <a:ea typeface="Be Vietnam Pro"/>
                <a:cs typeface="Be Vietnam Pro"/>
                <a:sym typeface="Be Vietnam Pro"/>
              </a:rPr>
              <a:t> phóng</a:t>
            </a:r>
            <a:endParaRPr b="1" sz="2100">
              <a:latin typeface="Be Vietnam Pro"/>
              <a:ea typeface="Be Vietnam Pro"/>
              <a:cs typeface="Be Vietnam Pro"/>
              <a:sym typeface="Be Vietnam Pro"/>
            </a:endParaRPr>
          </a:p>
        </p:txBody>
      </p:sp>
      <p:sp>
        <p:nvSpPr>
          <p:cNvPr id="1710" name="Google Shape;1710;p175"/>
          <p:cNvSpPr txBox="1"/>
          <p:nvPr>
            <p:ph idx="4294967295" type="title"/>
          </p:nvPr>
        </p:nvSpPr>
        <p:spPr>
          <a:xfrm>
            <a:off x="5800875" y="1219050"/>
            <a:ext cx="2235300" cy="41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Be Vietnam Pro"/>
                <a:ea typeface="Be Vietnam Pro"/>
                <a:cs typeface="Be Vietnam Pro"/>
                <a:sym typeface="Be Vietnam Pro"/>
              </a:rPr>
              <a:t>INSIGHT</a:t>
            </a:r>
            <a:endParaRPr b="1" sz="1800">
              <a:latin typeface="Be Vietnam Pro"/>
              <a:ea typeface="Be Vietnam Pro"/>
              <a:cs typeface="Be Vietnam Pro"/>
              <a:sym typeface="Be Vietnam Pro"/>
            </a:endParaRPr>
          </a:p>
        </p:txBody>
      </p:sp>
      <p:sp>
        <p:nvSpPr>
          <p:cNvPr id="1711" name="Google Shape;1711;p175"/>
          <p:cNvSpPr txBox="1"/>
          <p:nvPr/>
        </p:nvSpPr>
        <p:spPr>
          <a:xfrm>
            <a:off x="1208400" y="4303044"/>
            <a:ext cx="7180200" cy="65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Be Vietnam Pro"/>
                <a:ea typeface="Be Vietnam Pro"/>
                <a:cs typeface="Be Vietnam Pro"/>
                <a:sym typeface="Be Vietnam Pro"/>
              </a:rPr>
              <a:t>Kỳ vọng doanh thu của cửa hàng sẽ đạt mốc từ </a:t>
            </a:r>
            <a:r>
              <a:rPr b="1" lang="en" sz="1200">
                <a:solidFill>
                  <a:srgbClr val="38761D"/>
                </a:solidFill>
                <a:latin typeface="Be Vietnam Pro"/>
                <a:ea typeface="Be Vietnam Pro"/>
                <a:cs typeface="Be Vietnam Pro"/>
                <a:sym typeface="Be Vietnam Pro"/>
              </a:rPr>
              <a:t>$4,557</a:t>
            </a:r>
            <a:r>
              <a:rPr lang="en" sz="1200">
                <a:solidFill>
                  <a:schemeClr val="dk1"/>
                </a:solidFill>
                <a:latin typeface="Be Vietnam Pro"/>
                <a:ea typeface="Be Vietnam Pro"/>
                <a:cs typeface="Be Vietnam Pro"/>
                <a:sym typeface="Be Vietnam Pro"/>
              </a:rPr>
              <a:t> trở lên mỗi tháng trong thời gian sắp tới nếu trang /billing-2 được áp dụng cho toàn bộ traffic.</a:t>
            </a:r>
            <a:endParaRPr sz="1200">
              <a:solidFill>
                <a:schemeClr val="dk1"/>
              </a:solidFill>
              <a:latin typeface="Be Vietnam Pro"/>
              <a:ea typeface="Be Vietnam Pro"/>
              <a:cs typeface="Be Vietnam Pro"/>
              <a:sym typeface="Be Vietnam Pro"/>
            </a:endParaRPr>
          </a:p>
        </p:txBody>
      </p:sp>
      <p:sp>
        <p:nvSpPr>
          <p:cNvPr id="1712" name="Google Shape;1712;p175"/>
          <p:cNvSpPr txBox="1"/>
          <p:nvPr>
            <p:ph idx="4294967295" type="subTitle"/>
          </p:nvPr>
        </p:nvSpPr>
        <p:spPr>
          <a:xfrm>
            <a:off x="5800875" y="1724400"/>
            <a:ext cx="2806500" cy="1694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Be Vietnam Pro"/>
                <a:ea typeface="Be Vietnam Pro"/>
                <a:cs typeface="Be Vietnam Pro"/>
                <a:sym typeface="Be Vietnam Pro"/>
              </a:rPr>
              <a:t>Khi chuyển sang trang thanh toán thứ hai, traffic từ desktop và mobile </a:t>
            </a:r>
            <a:r>
              <a:rPr lang="en">
                <a:latin typeface="Be Vietnam Pro"/>
                <a:ea typeface="Be Vietnam Pro"/>
                <a:cs typeface="Be Vietnam Pro"/>
                <a:sym typeface="Be Vietnam Pro"/>
              </a:rPr>
              <a:t>của</a:t>
            </a:r>
            <a:r>
              <a:rPr lang="en">
                <a:latin typeface="Be Vietnam Pro"/>
                <a:ea typeface="Be Vietnam Pro"/>
                <a:cs typeface="Be Vietnam Pro"/>
                <a:sym typeface="Be Vietnam Pro"/>
              </a:rPr>
              <a:t> trang thanh toán đầu tiên sẽ đóng góp thêm </a:t>
            </a:r>
            <a:r>
              <a:rPr b="1" lang="en">
                <a:solidFill>
                  <a:srgbClr val="38761D"/>
                </a:solidFill>
                <a:latin typeface="Be Vietnam Pro"/>
                <a:ea typeface="Be Vietnam Pro"/>
                <a:cs typeface="Be Vietnam Pro"/>
                <a:sym typeface="Be Vietnam Pro"/>
              </a:rPr>
              <a:t>$1,916 </a:t>
            </a:r>
            <a:r>
              <a:rPr lang="en">
                <a:latin typeface="Be Vietnam Pro"/>
                <a:ea typeface="Be Vietnam Pro"/>
                <a:cs typeface="Be Vietnam Pro"/>
                <a:sym typeface="Be Vietnam Pro"/>
              </a:rPr>
              <a:t>vào doanh thu của cửa hàng.</a:t>
            </a:r>
            <a:endParaRPr>
              <a:latin typeface="Be Vietnam Pro"/>
              <a:ea typeface="Be Vietnam Pro"/>
              <a:cs typeface="Be Vietnam Pro"/>
              <a:sym typeface="Be Vietnam Pro"/>
            </a:endParaRPr>
          </a:p>
        </p:txBody>
      </p:sp>
      <p:sp>
        <p:nvSpPr>
          <p:cNvPr id="1713" name="Google Shape;1713;p175"/>
          <p:cNvSpPr/>
          <p:nvPr/>
        </p:nvSpPr>
        <p:spPr>
          <a:xfrm flipH="1" rot="10800000">
            <a:off x="568500" y="43030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1714" name="Google Shape;1714;p175"/>
          <p:cNvPicPr preferRelativeResize="0"/>
          <p:nvPr/>
        </p:nvPicPr>
        <p:blipFill>
          <a:blip r:embed="rId4">
            <a:alphaModFix/>
          </a:blip>
          <a:stretch>
            <a:fillRect/>
          </a:stretch>
        </p:blipFill>
        <p:spPr>
          <a:xfrm>
            <a:off x="720000" y="1219050"/>
            <a:ext cx="4814829" cy="29771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sp>
        <p:nvSpPr>
          <p:cNvPr id="1719" name="Google Shape;1719;p176"/>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latin typeface="Be Vietnam Pro ExtraBold"/>
                <a:ea typeface="Be Vietnam Pro ExtraBold"/>
                <a:cs typeface="Be Vietnam Pro ExtraBold"/>
                <a:sym typeface="Be Vietnam Pro ExtraBold"/>
              </a:rPr>
              <a:t>Kiểm tra landing pages</a:t>
            </a:r>
            <a:endParaRPr sz="3900">
              <a:latin typeface="Be Vietnam Pro ExtraBold"/>
              <a:ea typeface="Be Vietnam Pro ExtraBold"/>
              <a:cs typeface="Be Vietnam Pro ExtraBold"/>
              <a:sym typeface="Be Vietnam Pro ExtraBold"/>
            </a:endParaRPr>
          </a:p>
        </p:txBody>
      </p:sp>
      <p:sp>
        <p:nvSpPr>
          <p:cNvPr id="1720" name="Google Shape;1720;p176"/>
          <p:cNvSpPr txBox="1"/>
          <p:nvPr>
            <p:ph idx="1" type="subTitle"/>
          </p:nvPr>
        </p:nvSpPr>
        <p:spPr>
          <a:xfrm>
            <a:off x="2817525" y="3212000"/>
            <a:ext cx="3509100" cy="4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Tự trải nghiệm nhanh</a:t>
            </a:r>
            <a:endParaRPr i="1">
              <a:latin typeface="Be Vietnam Pro Medium"/>
              <a:ea typeface="Be Vietnam Pro Medium"/>
              <a:cs typeface="Be Vietnam Pro Medium"/>
              <a:sym typeface="Be Vietnam Pro Medium"/>
            </a:endParaRPr>
          </a:p>
        </p:txBody>
      </p:sp>
      <p:sp>
        <p:nvSpPr>
          <p:cNvPr id="1721" name="Google Shape;1721;p176"/>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722" name="Google Shape;1722;p176"/>
          <p:cNvGrpSpPr/>
          <p:nvPr/>
        </p:nvGrpSpPr>
        <p:grpSpPr>
          <a:xfrm>
            <a:off x="0" y="0"/>
            <a:ext cx="1199700" cy="2654850"/>
            <a:chOff x="0" y="0"/>
            <a:chExt cx="1199700" cy="2654850"/>
          </a:xfrm>
        </p:grpSpPr>
        <p:sp>
          <p:nvSpPr>
            <p:cNvPr id="1723" name="Google Shape;1723;p176"/>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24" name="Google Shape;1724;p176"/>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25" name="Google Shape;1725;p176"/>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26" name="Google Shape;1726;p176"/>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727" name="Google Shape;1727;p176"/>
          <p:cNvGrpSpPr/>
          <p:nvPr/>
        </p:nvGrpSpPr>
        <p:grpSpPr>
          <a:xfrm>
            <a:off x="7944300" y="2494350"/>
            <a:ext cx="1199700" cy="2654875"/>
            <a:chOff x="7944300" y="2494350"/>
            <a:chExt cx="1199700" cy="2654875"/>
          </a:xfrm>
        </p:grpSpPr>
        <p:sp>
          <p:nvSpPr>
            <p:cNvPr id="1728" name="Google Shape;1728;p176"/>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29" name="Google Shape;1729;p176"/>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30" name="Google Shape;1730;p176"/>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31" name="Google Shape;1731;p176"/>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732" name="Google Shape;1732;p176"/>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177"/>
          <p:cNvSpPr/>
          <p:nvPr/>
        </p:nvSpPr>
        <p:spPr>
          <a:xfrm>
            <a:off x="310350" y="156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738" name="Google Shape;1738;p177"/>
          <p:cNvGrpSpPr/>
          <p:nvPr/>
        </p:nvGrpSpPr>
        <p:grpSpPr>
          <a:xfrm>
            <a:off x="156" y="4752520"/>
            <a:ext cx="9143993" cy="396904"/>
            <a:chOff x="7944300" y="2494350"/>
            <a:chExt cx="1199700" cy="2654875"/>
          </a:xfrm>
        </p:grpSpPr>
        <p:sp>
          <p:nvSpPr>
            <p:cNvPr id="1739" name="Google Shape;1739;p177"/>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40" name="Google Shape;1740;p177"/>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41" name="Google Shape;1741;p177"/>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42" name="Google Shape;1742;p177"/>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743" name="Google Shape;1743;p177"/>
          <p:cNvSpPr txBox="1"/>
          <p:nvPr>
            <p:ph idx="4294967295" type="subTitle"/>
          </p:nvPr>
        </p:nvSpPr>
        <p:spPr>
          <a:xfrm>
            <a:off x="70550" y="4413225"/>
            <a:ext cx="3126000" cy="29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
        <p:nvSpPr>
          <p:cNvPr id="1744" name="Google Shape;1744;p177"/>
          <p:cNvSpPr txBox="1"/>
          <p:nvPr>
            <p:ph type="title"/>
          </p:nvPr>
        </p:nvSpPr>
        <p:spPr>
          <a:xfrm>
            <a:off x="310350" y="316575"/>
            <a:ext cx="1942500" cy="56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Trang chủ</a:t>
            </a:r>
            <a:endParaRPr b="1" sz="2100">
              <a:latin typeface="Be Vietnam Pro"/>
              <a:ea typeface="Be Vietnam Pro"/>
              <a:cs typeface="Be Vietnam Pro"/>
              <a:sym typeface="Be Vietnam Pro"/>
            </a:endParaRPr>
          </a:p>
        </p:txBody>
      </p:sp>
      <p:pic>
        <p:nvPicPr>
          <p:cNvPr id="1745" name="Google Shape;1745;p177"/>
          <p:cNvPicPr preferRelativeResize="0"/>
          <p:nvPr/>
        </p:nvPicPr>
        <p:blipFill>
          <a:blip r:embed="rId4">
            <a:alphaModFix/>
          </a:blip>
          <a:stretch>
            <a:fillRect/>
          </a:stretch>
        </p:blipFill>
        <p:spPr>
          <a:xfrm>
            <a:off x="886351" y="1162012"/>
            <a:ext cx="1494399" cy="2971574"/>
          </a:xfrm>
          <a:prstGeom prst="rect">
            <a:avLst/>
          </a:prstGeom>
          <a:noFill/>
          <a:ln>
            <a:noFill/>
          </a:ln>
        </p:spPr>
      </p:pic>
      <p:sp>
        <p:nvSpPr>
          <p:cNvPr id="1746" name="Google Shape;1746;p177"/>
          <p:cNvSpPr/>
          <p:nvPr/>
        </p:nvSpPr>
        <p:spPr>
          <a:xfrm>
            <a:off x="3054975" y="1162000"/>
            <a:ext cx="5508000" cy="16005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b="1" lang="en" sz="1200">
                <a:latin typeface="Be Vietnam Pro"/>
                <a:ea typeface="Be Vietnam Pro"/>
                <a:cs typeface="Be Vietnam Pro"/>
                <a:sym typeface="Be Vietnam Pro"/>
              </a:rPr>
              <a:t>Mật độ</a:t>
            </a:r>
            <a:r>
              <a:rPr b="1" lang="en" sz="1200">
                <a:latin typeface="Be Vietnam Pro"/>
                <a:ea typeface="Be Vietnam Pro"/>
                <a:cs typeface="Be Vietnam Pro"/>
                <a:sym typeface="Be Vietnam Pro"/>
              </a:rPr>
              <a:t> Banner quảng cáo:</a:t>
            </a:r>
            <a:r>
              <a:rPr lang="en" sz="1200">
                <a:latin typeface="Be Vietnam Pro"/>
                <a:ea typeface="Be Vietnam Pro"/>
                <a:cs typeface="Be Vietnam Pro"/>
                <a:sym typeface="Be Vietnam Pro"/>
              </a:rPr>
              <a:t> Số lượng banner nhiều, banner trượt ngang chiếm nhiều không gian. Phải cuộn </a:t>
            </a:r>
            <a:r>
              <a:rPr lang="en" sz="1200">
                <a:latin typeface="Be Vietnam Pro"/>
                <a:ea typeface="Be Vietnam Pro"/>
                <a:cs typeface="Be Vietnam Pro"/>
                <a:sym typeface="Be Vietnam Pro"/>
              </a:rPr>
              <a:t>xuống</a:t>
            </a:r>
            <a:r>
              <a:rPr lang="en" sz="1200">
                <a:latin typeface="Be Vietnam Pro"/>
                <a:ea typeface="Be Vietnam Pro"/>
                <a:cs typeface="Be Vietnam Pro"/>
                <a:sym typeface="Be Vietnam Pro"/>
              </a:rPr>
              <a:t> nhiều mới vào được các trang danh mục sản phẩm.</a:t>
            </a:r>
            <a:endParaRPr sz="1200">
              <a:latin typeface="Be Vietnam Pro"/>
              <a:ea typeface="Be Vietnam Pro"/>
              <a:cs typeface="Be Vietnam Pro"/>
              <a:sym typeface="Be Vietnam Pro"/>
            </a:endParaRPr>
          </a:p>
          <a:p>
            <a:pPr indent="0" lvl="0" marL="0" rtl="0" algn="just">
              <a:lnSpc>
                <a:spcPct val="115000"/>
              </a:lnSpc>
              <a:spcBef>
                <a:spcPts val="1200"/>
              </a:spcBef>
              <a:spcAft>
                <a:spcPts val="1200"/>
              </a:spcAft>
              <a:buNone/>
            </a:pPr>
            <a:r>
              <a:rPr lang="en" sz="1200">
                <a:latin typeface="Be Vietnam Pro"/>
                <a:ea typeface="Be Vietnam Pro"/>
                <a:cs typeface="Be Vietnam Pro"/>
                <a:sym typeface="Be Vietnam Pro"/>
              </a:rPr>
              <a:t>→ Giảm khả năng khám phá sản phẩm ngay từ lần truy cập đầu tiên và có thể ảnh hưởng đến trải nghiệm mua sắm.</a:t>
            </a:r>
            <a:endParaRPr sz="1200">
              <a:latin typeface="Be Vietnam Pro"/>
              <a:ea typeface="Be Vietnam Pro"/>
              <a:cs typeface="Be Vietnam Pro"/>
              <a:sym typeface="Be Vietnam Pro"/>
            </a:endParaRPr>
          </a:p>
        </p:txBody>
      </p:sp>
      <p:sp>
        <p:nvSpPr>
          <p:cNvPr id="1747" name="Google Shape;1747;p177"/>
          <p:cNvSpPr/>
          <p:nvPr/>
        </p:nvSpPr>
        <p:spPr>
          <a:xfrm>
            <a:off x="3054975" y="2964575"/>
            <a:ext cx="5508000" cy="11691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b="1" lang="en" sz="1200">
                <a:latin typeface="Be Vietnam Pro"/>
                <a:ea typeface="Be Vietnam Pro"/>
                <a:cs typeface="Be Vietnam Pro"/>
                <a:sym typeface="Be Vietnam Pro"/>
              </a:rPr>
              <a:t>Menu điều hướng:</a:t>
            </a:r>
            <a:r>
              <a:rPr lang="en" sz="1200">
                <a:latin typeface="Be Vietnam Pro"/>
                <a:ea typeface="Be Vietnam Pro"/>
                <a:cs typeface="Be Vietnam Pro"/>
                <a:sym typeface="Be Vietnam Pro"/>
              </a:rPr>
              <a:t> Khoảng cách giữa các mục trong danh sách bị hẹp.</a:t>
            </a:r>
            <a:endParaRPr sz="1200">
              <a:latin typeface="Be Vietnam Pro"/>
              <a:ea typeface="Be Vietnam Pro"/>
              <a:cs typeface="Be Vietnam Pro"/>
              <a:sym typeface="Be Vietnam Pro"/>
            </a:endParaRPr>
          </a:p>
          <a:p>
            <a:pPr indent="0" lvl="0" marL="0" rtl="0" algn="just">
              <a:lnSpc>
                <a:spcPct val="115000"/>
              </a:lnSpc>
              <a:spcBef>
                <a:spcPts val="1200"/>
              </a:spcBef>
              <a:spcAft>
                <a:spcPts val="1200"/>
              </a:spcAft>
              <a:buNone/>
            </a:pPr>
            <a:r>
              <a:rPr lang="en" sz="1200">
                <a:latin typeface="Be Vietnam Pro"/>
                <a:ea typeface="Be Vietnam Pro"/>
                <a:cs typeface="Be Vietnam Pro"/>
                <a:sym typeface="Be Vietnam Pro"/>
              </a:rPr>
              <a:t>→ Gây khó khăn trong quá trình thao tác.</a:t>
            </a:r>
            <a:endParaRPr b="1" sz="1200">
              <a:latin typeface="Be Vietnam Pro"/>
              <a:ea typeface="Be Vietnam Pro"/>
              <a:cs typeface="Be Vietnam Pro"/>
              <a:sym typeface="Be Vietnam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178"/>
          <p:cNvSpPr/>
          <p:nvPr/>
        </p:nvSpPr>
        <p:spPr>
          <a:xfrm>
            <a:off x="310350" y="156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753" name="Google Shape;1753;p178"/>
          <p:cNvGrpSpPr/>
          <p:nvPr/>
        </p:nvGrpSpPr>
        <p:grpSpPr>
          <a:xfrm>
            <a:off x="156" y="4752520"/>
            <a:ext cx="9143993" cy="396904"/>
            <a:chOff x="7944300" y="2494350"/>
            <a:chExt cx="1199700" cy="2654875"/>
          </a:xfrm>
        </p:grpSpPr>
        <p:sp>
          <p:nvSpPr>
            <p:cNvPr id="1754" name="Google Shape;1754;p178"/>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55" name="Google Shape;1755;p178"/>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56" name="Google Shape;1756;p178"/>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57" name="Google Shape;1757;p178"/>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758" name="Google Shape;1758;p178"/>
          <p:cNvSpPr txBox="1"/>
          <p:nvPr>
            <p:ph idx="4294967295" type="subTitle"/>
          </p:nvPr>
        </p:nvSpPr>
        <p:spPr>
          <a:xfrm>
            <a:off x="70550" y="4413225"/>
            <a:ext cx="3126000" cy="29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
        <p:nvSpPr>
          <p:cNvPr id="1759" name="Google Shape;1759;p178"/>
          <p:cNvSpPr txBox="1"/>
          <p:nvPr>
            <p:ph type="title"/>
          </p:nvPr>
        </p:nvSpPr>
        <p:spPr>
          <a:xfrm>
            <a:off x="310350" y="316575"/>
            <a:ext cx="1942500" cy="56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Lander-1</a:t>
            </a:r>
            <a:endParaRPr b="1" sz="2100">
              <a:latin typeface="Be Vietnam Pro"/>
              <a:ea typeface="Be Vietnam Pro"/>
              <a:cs typeface="Be Vietnam Pro"/>
              <a:sym typeface="Be Vietnam Pro"/>
            </a:endParaRPr>
          </a:p>
        </p:txBody>
      </p:sp>
      <p:pic>
        <p:nvPicPr>
          <p:cNvPr id="1760" name="Google Shape;1760;p178"/>
          <p:cNvPicPr preferRelativeResize="0"/>
          <p:nvPr/>
        </p:nvPicPr>
        <p:blipFill>
          <a:blip r:embed="rId3">
            <a:alphaModFix/>
          </a:blip>
          <a:stretch>
            <a:fillRect/>
          </a:stretch>
        </p:blipFill>
        <p:spPr>
          <a:xfrm>
            <a:off x="908600" y="1154600"/>
            <a:ext cx="1449900" cy="2986425"/>
          </a:xfrm>
          <a:prstGeom prst="rect">
            <a:avLst/>
          </a:prstGeom>
          <a:noFill/>
          <a:ln>
            <a:noFill/>
          </a:ln>
        </p:spPr>
      </p:pic>
      <p:sp>
        <p:nvSpPr>
          <p:cNvPr id="1761" name="Google Shape;1761;p178"/>
          <p:cNvSpPr/>
          <p:nvPr/>
        </p:nvSpPr>
        <p:spPr>
          <a:xfrm>
            <a:off x="3477175" y="1154600"/>
            <a:ext cx="5143500" cy="13311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b="1" lang="en" sz="1200">
                <a:latin typeface="Be Vietnam Pro"/>
                <a:ea typeface="Be Vietnam Pro"/>
                <a:cs typeface="Be Vietnam Pro"/>
                <a:sym typeface="Be Vietnam Pro"/>
              </a:rPr>
              <a:t>Hiển thị Pop-up</a:t>
            </a:r>
            <a:r>
              <a:rPr b="1" lang="en" sz="1200">
                <a:latin typeface="Be Vietnam Pro"/>
                <a:ea typeface="Be Vietnam Pro"/>
                <a:cs typeface="Be Vietnam Pro"/>
                <a:sym typeface="Be Vietnam Pro"/>
              </a:rPr>
              <a:t>:</a:t>
            </a:r>
            <a:r>
              <a:rPr lang="en" sz="1200">
                <a:latin typeface="Be Vietnam Pro"/>
                <a:ea typeface="Be Vietnam Pro"/>
                <a:cs typeface="Be Vietnam Pro"/>
                <a:sym typeface="Be Vietnam Pro"/>
              </a:rPr>
              <a:t> </a:t>
            </a:r>
            <a:r>
              <a:rPr lang="en" sz="1200">
                <a:latin typeface="Be Vietnam Pro"/>
                <a:ea typeface="Be Vietnam Pro"/>
                <a:cs typeface="Be Vietnam Pro"/>
                <a:sym typeface="Be Vietnam Pro"/>
              </a:rPr>
              <a:t>Pop-up chiếm gần hết màn hình. Nút đóng được bố trí chưa phù hợp với kích thước màn hình.</a:t>
            </a:r>
            <a:endParaRPr sz="1200">
              <a:latin typeface="Be Vietnam Pro"/>
              <a:ea typeface="Be Vietnam Pro"/>
              <a:cs typeface="Be Vietnam Pro"/>
              <a:sym typeface="Be Vietnam Pro"/>
            </a:endParaRPr>
          </a:p>
          <a:p>
            <a:pPr indent="0" lvl="0" marL="0" rtl="0" algn="just">
              <a:lnSpc>
                <a:spcPct val="115000"/>
              </a:lnSpc>
              <a:spcBef>
                <a:spcPts val="1200"/>
              </a:spcBef>
              <a:spcAft>
                <a:spcPts val="1200"/>
              </a:spcAft>
              <a:buNone/>
            </a:pPr>
            <a:r>
              <a:rPr lang="en" sz="1200">
                <a:latin typeface="Be Vietnam Pro"/>
                <a:ea typeface="Be Vietnam Pro"/>
                <a:cs typeface="Be Vietnam Pro"/>
                <a:sym typeface="Be Vietnam Pro"/>
              </a:rPr>
              <a:t>→ Gia tăng tỷ lệ thoát trang do người dùng không thể tiếp tục truy cập vào nội dung chính của website. </a:t>
            </a:r>
            <a:endParaRPr sz="1200">
              <a:latin typeface="Be Vietnam Pro Medium"/>
              <a:ea typeface="Be Vietnam Pro Medium"/>
              <a:cs typeface="Be Vietnam Pro Medium"/>
              <a:sym typeface="Be Vietnam Pro Medium"/>
            </a:endParaRPr>
          </a:p>
        </p:txBody>
      </p:sp>
      <p:sp>
        <p:nvSpPr>
          <p:cNvPr id="1762" name="Google Shape;1762;p178"/>
          <p:cNvSpPr/>
          <p:nvPr/>
        </p:nvSpPr>
        <p:spPr>
          <a:xfrm>
            <a:off x="3477175" y="2742375"/>
            <a:ext cx="5143500" cy="13986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b="1" lang="en" sz="1200">
                <a:latin typeface="Be Vietnam Pro"/>
                <a:ea typeface="Be Vietnam Pro"/>
                <a:cs typeface="Be Vietnam Pro"/>
                <a:sym typeface="Be Vietnam Pro"/>
              </a:rPr>
              <a:t>Màu sắc và khả năng đọc nội dung:</a:t>
            </a:r>
            <a:r>
              <a:rPr lang="en" sz="1200">
                <a:latin typeface="Be Vietnam Pro"/>
                <a:ea typeface="Be Vietnam Pro"/>
                <a:cs typeface="Be Vietnam Pro"/>
                <a:sym typeface="Be Vietnam Pro"/>
              </a:rPr>
              <a:t> Màu nền có độ sáng cao kết hợp với màu chữ có độ tương phản thấp.</a:t>
            </a:r>
            <a:endParaRPr sz="1200">
              <a:latin typeface="Be Vietnam Pro"/>
              <a:ea typeface="Be Vietnam Pro"/>
              <a:cs typeface="Be Vietnam Pro"/>
              <a:sym typeface="Be Vietnam Pro"/>
            </a:endParaRPr>
          </a:p>
          <a:p>
            <a:pPr indent="0" lvl="0" marL="0" rtl="0" algn="just">
              <a:lnSpc>
                <a:spcPct val="115000"/>
              </a:lnSpc>
              <a:spcBef>
                <a:spcPts val="1200"/>
              </a:spcBef>
              <a:spcAft>
                <a:spcPts val="1200"/>
              </a:spcAft>
              <a:buNone/>
            </a:pPr>
            <a:r>
              <a:rPr lang="en" sz="1200">
                <a:latin typeface="Be Vietnam Pro"/>
                <a:ea typeface="Be Vietnam Pro"/>
                <a:cs typeface="Be Vietnam Pro"/>
                <a:sym typeface="Be Vietnam Pro"/>
              </a:rPr>
              <a:t>→ Giảm khả năng đọc và tiếp nhận thông tin. Cách phối màu gây mỏi mắt khi đọc nội dung trong thời gian dài.</a:t>
            </a:r>
            <a:endParaRPr b="1" sz="1200">
              <a:latin typeface="Be Vietnam Pro"/>
              <a:ea typeface="Be Vietnam Pro"/>
              <a:cs typeface="Be Vietnam Pro"/>
              <a:sym typeface="Be Vietnam Pr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179"/>
          <p:cNvSpPr/>
          <p:nvPr/>
        </p:nvSpPr>
        <p:spPr>
          <a:xfrm>
            <a:off x="310350" y="156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768" name="Google Shape;1768;p179"/>
          <p:cNvGrpSpPr/>
          <p:nvPr/>
        </p:nvGrpSpPr>
        <p:grpSpPr>
          <a:xfrm>
            <a:off x="156" y="4752520"/>
            <a:ext cx="9143993" cy="396904"/>
            <a:chOff x="7944300" y="2494350"/>
            <a:chExt cx="1199700" cy="2654875"/>
          </a:xfrm>
        </p:grpSpPr>
        <p:sp>
          <p:nvSpPr>
            <p:cNvPr id="1769" name="Google Shape;1769;p179"/>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70" name="Google Shape;1770;p179"/>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71" name="Google Shape;1771;p179"/>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72" name="Google Shape;1772;p179"/>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773" name="Google Shape;1773;p179"/>
          <p:cNvSpPr txBox="1"/>
          <p:nvPr>
            <p:ph idx="4294967295" type="subTitle"/>
          </p:nvPr>
        </p:nvSpPr>
        <p:spPr>
          <a:xfrm>
            <a:off x="70550" y="4413225"/>
            <a:ext cx="3126000" cy="29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
        <p:nvSpPr>
          <p:cNvPr id="1774" name="Google Shape;1774;p179"/>
          <p:cNvSpPr txBox="1"/>
          <p:nvPr>
            <p:ph type="title"/>
          </p:nvPr>
        </p:nvSpPr>
        <p:spPr>
          <a:xfrm>
            <a:off x="310350" y="316575"/>
            <a:ext cx="1942500" cy="56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Lander-2</a:t>
            </a:r>
            <a:endParaRPr b="1" sz="2100">
              <a:latin typeface="Be Vietnam Pro"/>
              <a:ea typeface="Be Vietnam Pro"/>
              <a:cs typeface="Be Vietnam Pro"/>
              <a:sym typeface="Be Vietnam Pro"/>
            </a:endParaRPr>
          </a:p>
        </p:txBody>
      </p:sp>
      <p:pic>
        <p:nvPicPr>
          <p:cNvPr id="1775" name="Google Shape;1775;p179"/>
          <p:cNvPicPr preferRelativeResize="0"/>
          <p:nvPr/>
        </p:nvPicPr>
        <p:blipFill>
          <a:blip r:embed="rId3">
            <a:alphaModFix/>
          </a:blip>
          <a:stretch>
            <a:fillRect/>
          </a:stretch>
        </p:blipFill>
        <p:spPr>
          <a:xfrm>
            <a:off x="818176" y="1048888"/>
            <a:ext cx="1630743" cy="3197825"/>
          </a:xfrm>
          <a:prstGeom prst="rect">
            <a:avLst/>
          </a:prstGeom>
          <a:noFill/>
          <a:ln>
            <a:noFill/>
          </a:ln>
        </p:spPr>
      </p:pic>
      <p:sp>
        <p:nvSpPr>
          <p:cNvPr id="1776" name="Google Shape;1776;p179"/>
          <p:cNvSpPr/>
          <p:nvPr/>
        </p:nvSpPr>
        <p:spPr>
          <a:xfrm>
            <a:off x="3477175" y="1048900"/>
            <a:ext cx="5143500" cy="14517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b="1" lang="en" sz="1200">
                <a:latin typeface="Be Vietnam Pro"/>
                <a:ea typeface="Be Vietnam Pro"/>
                <a:cs typeface="Be Vietnam Pro"/>
                <a:sym typeface="Be Vietnam Pro"/>
              </a:rPr>
              <a:t>Giao diện chưa tối ưu:</a:t>
            </a:r>
            <a:r>
              <a:rPr lang="en" sz="1200">
                <a:latin typeface="Be Vietnam Pro"/>
                <a:ea typeface="Be Vietnam Pro"/>
                <a:cs typeface="Be Vietnam Pro"/>
                <a:sym typeface="Be Vietnam Pro"/>
              </a:rPr>
              <a:t> Bố cục và cách sắp xếp các thành phần không phù hợp cho màn hình nhỏ. Kích thước chữ tại phần mô tả sản phẩm bị nhỏ.</a:t>
            </a:r>
            <a:endParaRPr sz="1200">
              <a:latin typeface="Be Vietnam Pro"/>
              <a:ea typeface="Be Vietnam Pro"/>
              <a:cs typeface="Be Vietnam Pro"/>
              <a:sym typeface="Be Vietnam Pro"/>
            </a:endParaRPr>
          </a:p>
          <a:p>
            <a:pPr indent="0" lvl="0" marL="0" rtl="0" algn="just">
              <a:lnSpc>
                <a:spcPct val="115000"/>
              </a:lnSpc>
              <a:spcBef>
                <a:spcPts val="1200"/>
              </a:spcBef>
              <a:spcAft>
                <a:spcPts val="1200"/>
              </a:spcAft>
              <a:buNone/>
            </a:pPr>
            <a:r>
              <a:rPr lang="en" sz="1200">
                <a:latin typeface="Be Vietnam Pro"/>
                <a:ea typeface="Be Vietnam Pro"/>
                <a:cs typeface="Be Vietnam Pro"/>
                <a:sym typeface="Be Vietnam Pro"/>
              </a:rPr>
              <a:t>→ Đem lại </a:t>
            </a:r>
            <a:r>
              <a:rPr lang="en" sz="1200">
                <a:latin typeface="Be Vietnam Pro"/>
                <a:ea typeface="Be Vietnam Pro"/>
                <a:cs typeface="Be Vietnam Pro"/>
                <a:sym typeface="Be Vietnam Pro"/>
              </a:rPr>
              <a:t> trải nghiệm sử dụng chưa thực sự thuận tiện.</a:t>
            </a:r>
            <a:endParaRPr sz="1200">
              <a:latin typeface="Be Vietnam Pro"/>
              <a:ea typeface="Be Vietnam Pro"/>
              <a:cs typeface="Be Vietnam Pro"/>
              <a:sym typeface="Be Vietnam Pro"/>
            </a:endParaRPr>
          </a:p>
        </p:txBody>
      </p:sp>
      <p:sp>
        <p:nvSpPr>
          <p:cNvPr id="1777" name="Google Shape;1777;p179"/>
          <p:cNvSpPr/>
          <p:nvPr/>
        </p:nvSpPr>
        <p:spPr>
          <a:xfrm>
            <a:off x="3477100" y="2795025"/>
            <a:ext cx="5143500" cy="14517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200">
                <a:latin typeface="Be Vietnam Pro"/>
                <a:ea typeface="Be Vietnam Pro"/>
                <a:cs typeface="Be Vietnam Pro"/>
                <a:sym typeface="Be Vietnam Pro"/>
              </a:rPr>
              <a:t>Bố trí các nút chức năng:</a:t>
            </a:r>
            <a:r>
              <a:rPr lang="en" sz="1200">
                <a:latin typeface="Be Vietnam Pro"/>
                <a:ea typeface="Be Vietnam Pro"/>
                <a:cs typeface="Be Vietnam Pro"/>
                <a:sym typeface="Be Vietnam Pro"/>
              </a:rPr>
              <a:t> Các nút chức năng như lựa chọn kích thước, màu sắc và xem chi tiết được bố trí với khoảng cách tương đối gần nhau.</a:t>
            </a:r>
            <a:endParaRPr sz="1200">
              <a:latin typeface="Be Vietnam Pro"/>
              <a:ea typeface="Be Vietnam Pro"/>
              <a:cs typeface="Be Vietnam Pro"/>
              <a:sym typeface="Be Vietnam Pro"/>
            </a:endParaRPr>
          </a:p>
          <a:p>
            <a:pPr indent="0" lvl="0" marL="0" rtl="0" algn="l">
              <a:lnSpc>
                <a:spcPct val="115000"/>
              </a:lnSpc>
              <a:spcBef>
                <a:spcPts val="1200"/>
              </a:spcBef>
              <a:spcAft>
                <a:spcPts val="1200"/>
              </a:spcAft>
              <a:buNone/>
            </a:pPr>
            <a:r>
              <a:rPr lang="en" sz="1200">
                <a:latin typeface="Be Vietnam Pro"/>
                <a:ea typeface="Be Vietnam Pro"/>
                <a:cs typeface="Be Vietnam Pro"/>
                <a:sym typeface="Be Vietnam Pro"/>
              </a:rPr>
              <a:t>→ Dễ gây thao tác nhầm giữa các nút, phải  thực hiện lại thao tác nhiều lần.</a:t>
            </a:r>
            <a:endParaRPr sz="1200">
              <a:latin typeface="Be Vietnam Pro"/>
              <a:ea typeface="Be Vietnam Pro"/>
              <a:cs typeface="Be Vietnam Pro"/>
              <a:sym typeface="Be Vietnam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sp>
        <p:nvSpPr>
          <p:cNvPr id="1782" name="Google Shape;1782;p180"/>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latin typeface="Be Vietnam Pro ExtraBold"/>
                <a:ea typeface="Be Vietnam Pro ExtraBold"/>
                <a:cs typeface="Be Vietnam Pro ExtraBold"/>
                <a:sym typeface="Be Vietnam Pro ExtraBold"/>
              </a:rPr>
              <a:t>Kết luận</a:t>
            </a:r>
            <a:endParaRPr sz="4300">
              <a:latin typeface="Be Vietnam Pro ExtraBold"/>
              <a:ea typeface="Be Vietnam Pro ExtraBold"/>
              <a:cs typeface="Be Vietnam Pro ExtraBold"/>
              <a:sym typeface="Be Vietnam Pro ExtraBold"/>
            </a:endParaRPr>
          </a:p>
        </p:txBody>
      </p:sp>
      <p:sp>
        <p:nvSpPr>
          <p:cNvPr id="1783" name="Google Shape;1783;p180"/>
          <p:cNvSpPr txBox="1"/>
          <p:nvPr>
            <p:ph idx="1" type="subTitle"/>
          </p:nvPr>
        </p:nvSpPr>
        <p:spPr>
          <a:xfrm>
            <a:off x="2817525" y="3212000"/>
            <a:ext cx="3509100" cy="516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Kết quả kiểm định, hạn chế và</a:t>
            </a:r>
            <a:endParaRPr i="1">
              <a:latin typeface="Be Vietnam Pro Medium"/>
              <a:ea typeface="Be Vietnam Pro Medium"/>
              <a:cs typeface="Be Vietnam Pro Medium"/>
              <a:sym typeface="Be Vietnam Pro Medium"/>
            </a:endParaRPr>
          </a:p>
          <a:p>
            <a:pPr indent="0" lvl="0" marL="0" rtl="0" algn="ctr">
              <a:spcBef>
                <a:spcPts val="0"/>
              </a:spcBef>
              <a:spcAft>
                <a:spcPts val="0"/>
              </a:spcAft>
              <a:buNone/>
            </a:pPr>
            <a:r>
              <a:rPr i="1" lang="en">
                <a:latin typeface="Be Vietnam Pro Medium"/>
                <a:ea typeface="Be Vietnam Pro Medium"/>
                <a:cs typeface="Be Vietnam Pro Medium"/>
                <a:sym typeface="Be Vietnam Pro Medium"/>
              </a:rPr>
              <a:t>task list cho stakeholders</a:t>
            </a:r>
            <a:endParaRPr i="1">
              <a:latin typeface="Be Vietnam Pro Medium"/>
              <a:ea typeface="Be Vietnam Pro Medium"/>
              <a:cs typeface="Be Vietnam Pro Medium"/>
              <a:sym typeface="Be Vietnam Pro Medium"/>
            </a:endParaRPr>
          </a:p>
        </p:txBody>
      </p:sp>
      <p:sp>
        <p:nvSpPr>
          <p:cNvPr id="1784" name="Google Shape;1784;p180"/>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785" name="Google Shape;1785;p180"/>
          <p:cNvGrpSpPr/>
          <p:nvPr/>
        </p:nvGrpSpPr>
        <p:grpSpPr>
          <a:xfrm>
            <a:off x="0" y="0"/>
            <a:ext cx="1199700" cy="2654850"/>
            <a:chOff x="0" y="0"/>
            <a:chExt cx="1199700" cy="2654850"/>
          </a:xfrm>
        </p:grpSpPr>
        <p:sp>
          <p:nvSpPr>
            <p:cNvPr id="1786" name="Google Shape;1786;p180"/>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87" name="Google Shape;1787;p180"/>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88" name="Google Shape;1788;p180"/>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89" name="Google Shape;1789;p180"/>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790" name="Google Shape;1790;p180"/>
          <p:cNvGrpSpPr/>
          <p:nvPr/>
        </p:nvGrpSpPr>
        <p:grpSpPr>
          <a:xfrm>
            <a:off x="7944300" y="2494350"/>
            <a:ext cx="1199700" cy="2654875"/>
            <a:chOff x="7944300" y="2494350"/>
            <a:chExt cx="1199700" cy="2654875"/>
          </a:xfrm>
        </p:grpSpPr>
        <p:sp>
          <p:nvSpPr>
            <p:cNvPr id="1791" name="Google Shape;1791;p180"/>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92" name="Google Shape;1792;p180"/>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93" name="Google Shape;1793;p180"/>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94" name="Google Shape;1794;p180"/>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795" name="Google Shape;1795;p180"/>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9" name="Shape 1799"/>
        <p:cNvGrpSpPr/>
        <p:nvPr/>
      </p:nvGrpSpPr>
      <p:grpSpPr>
        <a:xfrm>
          <a:off x="0" y="0"/>
          <a:ext cx="0" cy="0"/>
          <a:chOff x="0" y="0"/>
          <a:chExt cx="0" cy="0"/>
        </a:xfrm>
      </p:grpSpPr>
      <p:sp>
        <p:nvSpPr>
          <p:cNvPr id="1800" name="Google Shape;1800;p181"/>
          <p:cNvSpPr txBox="1"/>
          <p:nvPr>
            <p:ph idx="4" type="subTitle"/>
          </p:nvPr>
        </p:nvSpPr>
        <p:spPr>
          <a:xfrm>
            <a:off x="1629000" y="2667575"/>
            <a:ext cx="6267600" cy="35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Giả thuyết Nhánh 4 (A/B Testing &amp; Dự phóng)</a:t>
            </a:r>
            <a:endParaRPr b="1" sz="1500">
              <a:latin typeface="Be Vietnam Pro"/>
              <a:ea typeface="Be Vietnam Pro"/>
              <a:cs typeface="Be Vietnam Pro"/>
              <a:sym typeface="Be Vietnam Pro"/>
            </a:endParaRPr>
          </a:p>
        </p:txBody>
      </p:sp>
      <p:sp>
        <p:nvSpPr>
          <p:cNvPr id="1801" name="Google Shape;1801;p181"/>
          <p:cNvSpPr txBox="1"/>
          <p:nvPr>
            <p:ph type="title"/>
          </p:nvPr>
        </p:nvSpPr>
        <p:spPr>
          <a:xfrm>
            <a:off x="720000" y="539500"/>
            <a:ext cx="77040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Kết quả kiểm định giả thuyết</a:t>
            </a:r>
            <a:endParaRPr b="1" sz="2100">
              <a:latin typeface="Be Vietnam Pro"/>
              <a:ea typeface="Be Vietnam Pro"/>
              <a:cs typeface="Be Vietnam Pro"/>
              <a:sym typeface="Be Vietnam Pro"/>
            </a:endParaRPr>
          </a:p>
        </p:txBody>
      </p:sp>
      <p:sp>
        <p:nvSpPr>
          <p:cNvPr id="1802" name="Google Shape;1802;p181"/>
          <p:cNvSpPr txBox="1"/>
          <p:nvPr>
            <p:ph idx="1" type="subTitle"/>
          </p:nvPr>
        </p:nvSpPr>
        <p:spPr>
          <a:xfrm>
            <a:off x="1629000" y="3022775"/>
            <a:ext cx="6267600" cy="12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Be Vietnam Pro"/>
                <a:ea typeface="Be Vietnam Pro"/>
                <a:cs typeface="Be Vietnam Pro"/>
                <a:sym typeface="Be Vietnam Pro"/>
              </a:rPr>
              <a:t>Giả thuyết được chấp nhận. Trang thanh toán mới (/billing-2) vượt trội hoàn toàn về trải nghiệm chốt đơn trên mọi thiết bị và có khả năng cross-sell tốt hơn.</a:t>
            </a:r>
            <a:endParaRPr>
              <a:latin typeface="Be Vietnam Pro"/>
              <a:ea typeface="Be Vietnam Pro"/>
              <a:cs typeface="Be Vietnam Pro"/>
              <a:sym typeface="Be Vietnam Pro"/>
            </a:endParaRPr>
          </a:p>
          <a:p>
            <a:pPr indent="0" lvl="0" marL="0" rtl="0" algn="l">
              <a:spcBef>
                <a:spcPts val="0"/>
              </a:spcBef>
              <a:spcAft>
                <a:spcPts val="0"/>
              </a:spcAft>
              <a:buNone/>
            </a:pPr>
            <a:r>
              <a:t/>
            </a:r>
            <a:endParaRPr>
              <a:latin typeface="Be Vietnam Pro"/>
              <a:ea typeface="Be Vietnam Pro"/>
              <a:cs typeface="Be Vietnam Pro"/>
              <a:sym typeface="Be Vietnam Pro"/>
            </a:endParaRPr>
          </a:p>
          <a:p>
            <a:pPr indent="0" lvl="0" marL="0" rtl="0" algn="l">
              <a:spcBef>
                <a:spcPts val="0"/>
              </a:spcBef>
              <a:spcAft>
                <a:spcPts val="0"/>
              </a:spcAft>
              <a:buNone/>
            </a:pPr>
            <a:r>
              <a:rPr lang="en">
                <a:latin typeface="Be Vietnam Pro"/>
                <a:ea typeface="Be Vietnam Pro"/>
                <a:cs typeface="Be Vietnam Pro"/>
                <a:sym typeface="Be Vietnam Pro"/>
              </a:rPr>
              <a:t> Nếu áp dụng /billing-2 cho</a:t>
            </a:r>
            <a:r>
              <a:rPr b="1" lang="en">
                <a:solidFill>
                  <a:srgbClr val="38761D"/>
                </a:solidFill>
                <a:latin typeface="Be Vietnam Pro"/>
                <a:ea typeface="Be Vietnam Pro"/>
                <a:cs typeface="Be Vietnam Pro"/>
                <a:sym typeface="Be Vietnam Pro"/>
              </a:rPr>
              <a:t> 100%</a:t>
            </a:r>
            <a:r>
              <a:rPr lang="en">
                <a:latin typeface="Be Vietnam Pro"/>
                <a:ea typeface="Be Vietnam Pro"/>
                <a:cs typeface="Be Vietnam Pro"/>
                <a:sym typeface="Be Vietnam Pro"/>
              </a:rPr>
              <a:t> traffic, kỳ vọng công ty sẽ thu hồi được phần traffic bỏ ra cho A/B testing, đem về thêm</a:t>
            </a:r>
            <a:r>
              <a:rPr b="1" lang="en">
                <a:solidFill>
                  <a:srgbClr val="38761D"/>
                </a:solidFill>
                <a:latin typeface="Be Vietnam Pro"/>
                <a:ea typeface="Be Vietnam Pro"/>
                <a:cs typeface="Be Vietnam Pro"/>
                <a:sym typeface="Be Vietnam Pro"/>
              </a:rPr>
              <a:t> $</a:t>
            </a:r>
            <a:r>
              <a:rPr b="1" lang="en">
                <a:solidFill>
                  <a:srgbClr val="38761D"/>
                </a:solidFill>
                <a:latin typeface="Be Vietnam Pro"/>
                <a:ea typeface="Be Vietnam Pro"/>
                <a:cs typeface="Be Vietnam Pro"/>
                <a:sym typeface="Be Vietnam Pro"/>
              </a:rPr>
              <a:t>1,916</a:t>
            </a:r>
            <a:r>
              <a:rPr lang="en">
                <a:latin typeface="Be Vietnam Pro"/>
                <a:ea typeface="Be Vietnam Pro"/>
                <a:cs typeface="Be Vietnam Pro"/>
                <a:sym typeface="Be Vietnam Pro"/>
              </a:rPr>
              <a:t> </a:t>
            </a:r>
            <a:r>
              <a:rPr lang="en">
                <a:latin typeface="Be Vietnam Pro"/>
                <a:ea typeface="Be Vietnam Pro"/>
                <a:cs typeface="Be Vietnam Pro"/>
                <a:sym typeface="Be Vietnam Pro"/>
              </a:rPr>
              <a:t>doanh thu mỗi tháng, nâng mức kỳ vọng doanh thu lên mốc </a:t>
            </a:r>
            <a:r>
              <a:rPr b="1" lang="en">
                <a:solidFill>
                  <a:srgbClr val="38761D"/>
                </a:solidFill>
                <a:latin typeface="Be Vietnam Pro"/>
                <a:ea typeface="Be Vietnam Pro"/>
                <a:cs typeface="Be Vietnam Pro"/>
                <a:sym typeface="Be Vietnam Pro"/>
              </a:rPr>
              <a:t>$</a:t>
            </a:r>
            <a:r>
              <a:rPr b="1" lang="en">
                <a:solidFill>
                  <a:srgbClr val="38761D"/>
                </a:solidFill>
                <a:latin typeface="Be Vietnam Pro"/>
                <a:ea typeface="Be Vietnam Pro"/>
                <a:cs typeface="Be Vietnam Pro"/>
                <a:sym typeface="Be Vietnam Pro"/>
              </a:rPr>
              <a:t>4,557</a:t>
            </a:r>
            <a:r>
              <a:rPr lang="en">
                <a:latin typeface="Be Vietnam Pro"/>
                <a:ea typeface="Be Vietnam Pro"/>
                <a:cs typeface="Be Vietnam Pro"/>
                <a:sym typeface="Be Vietnam Pro"/>
              </a:rPr>
              <a:t>.</a:t>
            </a:r>
            <a:endParaRPr>
              <a:latin typeface="Be Vietnam Pro"/>
              <a:ea typeface="Be Vietnam Pro"/>
              <a:cs typeface="Be Vietnam Pro"/>
              <a:sym typeface="Be Vietnam Pro"/>
            </a:endParaRPr>
          </a:p>
        </p:txBody>
      </p:sp>
      <p:sp>
        <p:nvSpPr>
          <p:cNvPr id="1803" name="Google Shape;1803;p181"/>
          <p:cNvSpPr txBox="1"/>
          <p:nvPr>
            <p:ph idx="2" type="subTitle"/>
          </p:nvPr>
        </p:nvSpPr>
        <p:spPr>
          <a:xfrm>
            <a:off x="1629000" y="1496500"/>
            <a:ext cx="6267600" cy="11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Be Vietnam Pro"/>
                <a:ea typeface="Be Vietnam Pro"/>
                <a:cs typeface="Be Vietnam Pro"/>
                <a:sym typeface="Be Vietnam Pro"/>
              </a:rPr>
              <a:t>Giả thuyết được chấp nhận. Có một sự đứt gãy nghiêm trọng trong trải nghiệm điều hướng, đặc biệt là trên thiết bị di động.</a:t>
            </a:r>
            <a:endParaRPr>
              <a:latin typeface="Be Vietnam Pro"/>
              <a:ea typeface="Be Vietnam Pro"/>
              <a:cs typeface="Be Vietnam Pro"/>
              <a:sym typeface="Be Vietnam Pro"/>
            </a:endParaRPr>
          </a:p>
          <a:p>
            <a:pPr indent="0" lvl="0" marL="0" rtl="0" algn="l">
              <a:spcBef>
                <a:spcPts val="0"/>
              </a:spcBef>
              <a:spcAft>
                <a:spcPts val="0"/>
              </a:spcAft>
              <a:buNone/>
            </a:pPr>
            <a:r>
              <a:t/>
            </a:r>
            <a:endParaRPr>
              <a:latin typeface="Be Vietnam Pro"/>
              <a:ea typeface="Be Vietnam Pro"/>
              <a:cs typeface="Be Vietnam Pro"/>
              <a:sym typeface="Be Vietnam Pro"/>
            </a:endParaRPr>
          </a:p>
          <a:p>
            <a:pPr indent="0" lvl="0" marL="0" rtl="0" algn="l">
              <a:spcBef>
                <a:spcPts val="0"/>
              </a:spcBef>
              <a:spcAft>
                <a:spcPts val="0"/>
              </a:spcAft>
              <a:buNone/>
            </a:pPr>
            <a:r>
              <a:rPr lang="en">
                <a:latin typeface="Be Vietnam Pro"/>
                <a:ea typeface="Be Vietnam Pro"/>
                <a:cs typeface="Be Vietnam Pro"/>
                <a:sym typeface="Be Vietnam Pro"/>
              </a:rPr>
              <a:t>Khách hàng đáp xuống các trang đích nhưng thiếu động lực hoặc gặp khó khăn thao tác để tiến tới trang chi tiết sản phẩm.</a:t>
            </a:r>
            <a:endParaRPr>
              <a:latin typeface="Be Vietnam Pro"/>
              <a:ea typeface="Be Vietnam Pro"/>
              <a:cs typeface="Be Vietnam Pro"/>
              <a:sym typeface="Be Vietnam Pro"/>
            </a:endParaRPr>
          </a:p>
        </p:txBody>
      </p:sp>
      <p:sp>
        <p:nvSpPr>
          <p:cNvPr id="1804" name="Google Shape;1804;p181"/>
          <p:cNvSpPr txBox="1"/>
          <p:nvPr>
            <p:ph idx="3" type="subTitle"/>
          </p:nvPr>
        </p:nvSpPr>
        <p:spPr>
          <a:xfrm>
            <a:off x="1629000" y="1141300"/>
            <a:ext cx="6267600" cy="35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500">
                <a:latin typeface="Be Vietnam Pro"/>
                <a:ea typeface="Be Vietnam Pro"/>
                <a:cs typeface="Be Vietnam Pro"/>
                <a:sym typeface="Be Vietnam Pro"/>
              </a:rPr>
              <a:t>Giả thuyết Nhánh 1 (Trải nghiệm điều hướng &amp; Trang đích)</a:t>
            </a:r>
            <a:endParaRPr b="1" sz="1500">
              <a:latin typeface="Be Vietnam Pro"/>
              <a:ea typeface="Be Vietnam Pro"/>
              <a:cs typeface="Be Vietnam Pro"/>
              <a:sym typeface="Be Vietnam Pro"/>
            </a:endParaRPr>
          </a:p>
        </p:txBody>
      </p:sp>
      <p:sp>
        <p:nvSpPr>
          <p:cNvPr id="1805" name="Google Shape;1805;p181"/>
          <p:cNvSpPr/>
          <p:nvPr/>
        </p:nvSpPr>
        <p:spPr>
          <a:xfrm>
            <a:off x="1247400" y="3022875"/>
            <a:ext cx="153000" cy="702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Medium"/>
              <a:ea typeface="Raleway Medium"/>
              <a:cs typeface="Raleway Medium"/>
              <a:sym typeface="Raleway Medium"/>
            </a:endParaRPr>
          </a:p>
        </p:txBody>
      </p:sp>
      <p:sp>
        <p:nvSpPr>
          <p:cNvPr id="1806" name="Google Shape;1806;p181"/>
          <p:cNvSpPr/>
          <p:nvPr/>
        </p:nvSpPr>
        <p:spPr>
          <a:xfrm>
            <a:off x="1247400" y="1496488"/>
            <a:ext cx="153000" cy="702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Medium"/>
              <a:ea typeface="Raleway Medium"/>
              <a:cs typeface="Raleway Medium"/>
              <a:sym typeface="Raleway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10" name="Shape 1810"/>
        <p:cNvGrpSpPr/>
        <p:nvPr/>
      </p:nvGrpSpPr>
      <p:grpSpPr>
        <a:xfrm>
          <a:off x="0" y="0"/>
          <a:ext cx="0" cy="0"/>
          <a:chOff x="0" y="0"/>
          <a:chExt cx="0" cy="0"/>
        </a:xfrm>
      </p:grpSpPr>
      <p:grpSp>
        <p:nvGrpSpPr>
          <p:cNvPr id="1811" name="Google Shape;1811;p182"/>
          <p:cNvGrpSpPr/>
          <p:nvPr/>
        </p:nvGrpSpPr>
        <p:grpSpPr>
          <a:xfrm>
            <a:off x="0" y="4661992"/>
            <a:ext cx="9144000" cy="481512"/>
            <a:chOff x="0" y="4661992"/>
            <a:chExt cx="9144000" cy="481512"/>
          </a:xfrm>
        </p:grpSpPr>
        <p:sp>
          <p:nvSpPr>
            <p:cNvPr id="1812" name="Google Shape;1812;p182"/>
            <p:cNvSpPr/>
            <p:nvPr/>
          </p:nvSpPr>
          <p:spPr>
            <a:xfrm>
              <a:off x="0" y="4983004"/>
              <a:ext cx="9144000" cy="160500"/>
            </a:xfrm>
            <a:prstGeom prst="rect">
              <a:avLst/>
            </a:prstGeom>
            <a:solidFill>
              <a:srgbClr val="1525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3" name="Google Shape;1813;p182"/>
            <p:cNvSpPr/>
            <p:nvPr/>
          </p:nvSpPr>
          <p:spPr>
            <a:xfrm>
              <a:off x="0" y="4822498"/>
              <a:ext cx="9144000" cy="160500"/>
            </a:xfrm>
            <a:prstGeom prst="rect">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4" name="Google Shape;1814;p182"/>
            <p:cNvSpPr/>
            <p:nvPr/>
          </p:nvSpPr>
          <p:spPr>
            <a:xfrm>
              <a:off x="0" y="4661992"/>
              <a:ext cx="9144000" cy="160500"/>
            </a:xfrm>
            <a:prstGeom prst="rect">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15" name="Google Shape;1815;p182"/>
          <p:cNvSpPr/>
          <p:nvPr/>
        </p:nvSpPr>
        <p:spPr>
          <a:xfrm>
            <a:off x="713225" y="274663"/>
            <a:ext cx="1449900" cy="160500"/>
          </a:xfrm>
          <a:prstGeom prst="rect">
            <a:avLst/>
          </a:prstGeom>
          <a:solidFill>
            <a:srgbClr val="EFEF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6" name="Google Shape;1816;p182"/>
          <p:cNvSpPr txBox="1"/>
          <p:nvPr/>
        </p:nvSpPr>
        <p:spPr>
          <a:xfrm>
            <a:off x="720000" y="539500"/>
            <a:ext cx="77040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1" lang="en" sz="2100">
                <a:solidFill>
                  <a:srgbClr val="0E1D35"/>
                </a:solidFill>
                <a:latin typeface="Be Vietnam Pro"/>
                <a:ea typeface="Be Vietnam Pro"/>
                <a:cs typeface="Be Vietnam Pro"/>
                <a:sym typeface="Be Vietnam Pro"/>
              </a:rPr>
              <a:t>Hạn chế của báo cáo &amp; Khuyến nghị</a:t>
            </a:r>
            <a:endParaRPr b="1" sz="2100">
              <a:solidFill>
                <a:srgbClr val="0E1D35"/>
              </a:solidFill>
              <a:latin typeface="Be Vietnam Pro"/>
              <a:ea typeface="Be Vietnam Pro"/>
              <a:cs typeface="Be Vietnam Pro"/>
              <a:sym typeface="Be Vietnam Pro"/>
            </a:endParaRPr>
          </a:p>
        </p:txBody>
      </p:sp>
      <p:grpSp>
        <p:nvGrpSpPr>
          <p:cNvPr id="1817" name="Google Shape;1817;p182"/>
          <p:cNvGrpSpPr/>
          <p:nvPr/>
        </p:nvGrpSpPr>
        <p:grpSpPr>
          <a:xfrm>
            <a:off x="428625" y="1285875"/>
            <a:ext cx="3952800" cy="3000300"/>
            <a:chOff x="0" y="0"/>
            <a:chExt cx="3952800" cy="3000300"/>
          </a:xfrm>
        </p:grpSpPr>
        <p:sp>
          <p:nvSpPr>
            <p:cNvPr id="1818" name="Google Shape;1818;p182"/>
            <p:cNvSpPr/>
            <p:nvPr/>
          </p:nvSpPr>
          <p:spPr>
            <a:xfrm>
              <a:off x="0" y="0"/>
              <a:ext cx="3952800" cy="3000300"/>
            </a:xfrm>
            <a:prstGeom prst="roundRect">
              <a:avLst>
                <a:gd fmla="val 253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9" name="Google Shape;1819;p182"/>
            <p:cNvSpPr/>
            <p:nvPr/>
          </p:nvSpPr>
          <p:spPr>
            <a:xfrm>
              <a:off x="0" y="0"/>
              <a:ext cx="57300" cy="3000300"/>
            </a:xfrm>
            <a:prstGeom prst="roundRect">
              <a:avLst>
                <a:gd fmla="val 50000" name="adj"/>
              </a:avLst>
            </a:prstGeom>
            <a:solidFill>
              <a:srgbClr val="1525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0" name="Google Shape;1820;p182"/>
            <p:cNvSpPr txBox="1"/>
            <p:nvPr/>
          </p:nvSpPr>
          <p:spPr>
            <a:xfrm>
              <a:off x="238125" y="190500"/>
              <a:ext cx="35244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E1D35"/>
                  </a:solidFill>
                  <a:latin typeface="Be Vietnam Pro"/>
                  <a:ea typeface="Be Vietnam Pro"/>
                  <a:cs typeface="Be Vietnam Pro"/>
                  <a:sym typeface="Be Vietnam Pro"/>
                </a:rPr>
                <a:t>Hạn chế của dữ liệu</a:t>
              </a:r>
              <a:endParaRPr b="1" sz="1600">
                <a:solidFill>
                  <a:srgbClr val="0E1D35"/>
                </a:solidFill>
                <a:latin typeface="Be Vietnam Pro"/>
                <a:ea typeface="Be Vietnam Pro"/>
                <a:cs typeface="Be Vietnam Pro"/>
                <a:sym typeface="Be Vietnam Pro"/>
              </a:endParaRPr>
            </a:p>
            <a:p>
              <a:pPr indent="0" lvl="0" marL="0" rtl="0" algn="l">
                <a:spcBef>
                  <a:spcPts val="1125"/>
                </a:spcBef>
                <a:spcAft>
                  <a:spcPts val="0"/>
                </a:spcAft>
                <a:buNone/>
              </a:pPr>
              <a:r>
                <a:rPr b="1" lang="en" sz="1150">
                  <a:solidFill>
                    <a:srgbClr val="DC2626"/>
                  </a:solidFill>
                  <a:latin typeface="Be Vietnam Pro"/>
                  <a:ea typeface="Be Vietnam Pro"/>
                  <a:cs typeface="Be Vietnam Pro"/>
                  <a:sym typeface="Be Vietnam Pro"/>
                </a:rPr>
                <a:t>Giới hạn phân quyền:</a:t>
              </a:r>
              <a:r>
                <a:rPr lang="en" sz="1150">
                  <a:solidFill>
                    <a:srgbClr val="334155"/>
                  </a:solidFill>
                  <a:latin typeface="Be Vietnam Pro"/>
                  <a:ea typeface="Be Vietnam Pro"/>
                  <a:cs typeface="Be Vietnam Pro"/>
                  <a:sym typeface="Be Vietnam Pro"/>
                </a:rPr>
                <a:t> Không thể phân tích những giỏ hàng bị bỏ rơi (drop-off) có giá trị quá cao hoặc phí vận chuyển cao khiến khách hàng ngần ngại.</a:t>
              </a:r>
              <a:endParaRPr sz="1150">
                <a:solidFill>
                  <a:srgbClr val="334155"/>
                </a:solidFill>
                <a:latin typeface="Be Vietnam Pro"/>
                <a:ea typeface="Be Vietnam Pro"/>
                <a:cs typeface="Be Vietnam Pro"/>
                <a:sym typeface="Be Vietnam Pro"/>
              </a:endParaRPr>
            </a:p>
            <a:p>
              <a:pPr indent="0" lvl="0" marL="0" rtl="0" algn="l">
                <a:spcBef>
                  <a:spcPts val="600"/>
                </a:spcBef>
                <a:spcAft>
                  <a:spcPts val="0"/>
                </a:spcAft>
                <a:buNone/>
              </a:pPr>
              <a:r>
                <a:rPr b="1" lang="en" sz="1150">
                  <a:solidFill>
                    <a:srgbClr val="DC2626"/>
                  </a:solidFill>
                  <a:latin typeface="Be Vietnam Pro"/>
                  <a:ea typeface="Be Vietnam Pro"/>
                  <a:cs typeface="Be Vietnam Pro"/>
                  <a:sym typeface="Be Vietnam Pro"/>
                </a:rPr>
                <a:t>Thiếu Schema cần thiết:</a:t>
              </a:r>
              <a:r>
                <a:rPr lang="en" sz="1150">
                  <a:solidFill>
                    <a:srgbClr val="334155"/>
                  </a:solidFill>
                  <a:latin typeface="Be Vietnam Pro"/>
                  <a:ea typeface="Be Vietnam Pro"/>
                  <a:cs typeface="Be Vietnam Pro"/>
                  <a:sym typeface="Be Vietnam Pro"/>
                </a:rPr>
                <a:t> Hiện tại chỉ có cột </a:t>
              </a:r>
              <a:r>
                <a:rPr lang="en" sz="1150">
                  <a:solidFill>
                    <a:srgbClr val="334155"/>
                  </a:solidFill>
                  <a:highlight>
                    <a:srgbClr val="F1F5F9"/>
                  </a:highlight>
                  <a:latin typeface="Be Vietnam Pro"/>
                  <a:ea typeface="Be Vietnam Pro"/>
                  <a:cs typeface="Be Vietnam Pro"/>
                  <a:sym typeface="Be Vietnam Pro"/>
                </a:rPr>
                <a:t>price_usd</a:t>
              </a:r>
              <a:r>
                <a:rPr lang="en" sz="1150">
                  <a:solidFill>
                    <a:srgbClr val="334155"/>
                  </a:solidFill>
                  <a:latin typeface="Be Vietnam Pro"/>
                  <a:ea typeface="Be Vietnam Pro"/>
                  <a:cs typeface="Be Vietnam Pro"/>
                  <a:sym typeface="Be Vietnam Pro"/>
                </a:rPr>
                <a:t> (Tổng giá trị) nằm trong bảng </a:t>
              </a:r>
              <a:r>
                <a:rPr lang="en" sz="1150">
                  <a:solidFill>
                    <a:srgbClr val="334155"/>
                  </a:solidFill>
                  <a:highlight>
                    <a:srgbClr val="F1F5F9"/>
                  </a:highlight>
                  <a:latin typeface="Be Vietnam Pro"/>
                  <a:ea typeface="Be Vietnam Pro"/>
                  <a:cs typeface="Be Vietnam Pro"/>
                  <a:sym typeface="Be Vietnam Pro"/>
                </a:rPr>
                <a:t>orders</a:t>
              </a:r>
              <a:r>
                <a:rPr lang="en" sz="1150">
                  <a:solidFill>
                    <a:srgbClr val="334155"/>
                  </a:solidFill>
                  <a:latin typeface="Be Vietnam Pro"/>
                  <a:ea typeface="Be Vietnam Pro"/>
                  <a:cs typeface="Be Vietnam Pro"/>
                  <a:sym typeface="Be Vietnam Pro"/>
                </a:rPr>
                <a:t>.</a:t>
              </a:r>
              <a:endParaRPr sz="1150">
                <a:solidFill>
                  <a:srgbClr val="334155"/>
                </a:solidFill>
                <a:latin typeface="Be Vietnam Pro"/>
                <a:ea typeface="Be Vietnam Pro"/>
                <a:cs typeface="Be Vietnam Pro"/>
                <a:sym typeface="Be Vietnam Pro"/>
              </a:endParaRPr>
            </a:p>
            <a:p>
              <a:pPr indent="0" lvl="0" marL="0" rtl="0" algn="l">
                <a:spcBef>
                  <a:spcPts val="600"/>
                </a:spcBef>
                <a:spcAft>
                  <a:spcPts val="600"/>
                </a:spcAft>
                <a:buNone/>
              </a:pPr>
              <a:r>
                <a:rPr i="1" lang="en" sz="1150">
                  <a:solidFill>
                    <a:srgbClr val="64748B"/>
                  </a:solidFill>
                  <a:latin typeface="Be Vietnam Pro"/>
                  <a:ea typeface="Be Vietnam Pro"/>
                  <a:cs typeface="Be Vietnam Pro"/>
                  <a:sym typeface="Be Vietnam Pro"/>
                </a:rPr>
                <a:t>→ Đơn hàng bắt buộc phải được thanh toán thành công thì hệ thống mới ghi nhận dữ liệu giá trị.</a:t>
              </a:r>
              <a:endParaRPr i="1" sz="1150">
                <a:solidFill>
                  <a:srgbClr val="64748B"/>
                </a:solidFill>
                <a:latin typeface="Be Vietnam Pro"/>
                <a:ea typeface="Be Vietnam Pro"/>
                <a:cs typeface="Be Vietnam Pro"/>
                <a:sym typeface="Be Vietnam Pro"/>
              </a:endParaRPr>
            </a:p>
          </p:txBody>
        </p:sp>
      </p:grpSp>
      <p:grpSp>
        <p:nvGrpSpPr>
          <p:cNvPr id="1821" name="Google Shape;1821;p182"/>
          <p:cNvGrpSpPr/>
          <p:nvPr/>
        </p:nvGrpSpPr>
        <p:grpSpPr>
          <a:xfrm>
            <a:off x="4762500" y="1285875"/>
            <a:ext cx="3952800" cy="3000300"/>
            <a:chOff x="0" y="0"/>
            <a:chExt cx="3952800" cy="3000300"/>
          </a:xfrm>
        </p:grpSpPr>
        <p:sp>
          <p:nvSpPr>
            <p:cNvPr id="1822" name="Google Shape;1822;p182"/>
            <p:cNvSpPr/>
            <p:nvPr/>
          </p:nvSpPr>
          <p:spPr>
            <a:xfrm>
              <a:off x="0" y="0"/>
              <a:ext cx="3952800" cy="3000300"/>
            </a:xfrm>
            <a:prstGeom prst="roundRect">
              <a:avLst>
                <a:gd fmla="val 253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3" name="Google Shape;1823;p182"/>
            <p:cNvSpPr/>
            <p:nvPr/>
          </p:nvSpPr>
          <p:spPr>
            <a:xfrm>
              <a:off x="0" y="0"/>
              <a:ext cx="57300" cy="3000300"/>
            </a:xfrm>
            <a:prstGeom prst="roundRect">
              <a:avLst>
                <a:gd fmla="val 50000" name="adj"/>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4" name="Google Shape;1824;p182"/>
            <p:cNvSpPr txBox="1"/>
            <p:nvPr/>
          </p:nvSpPr>
          <p:spPr>
            <a:xfrm>
              <a:off x="238125" y="190500"/>
              <a:ext cx="35244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E1D35"/>
                  </a:solidFill>
                  <a:latin typeface="Be Vietnam Pro"/>
                  <a:ea typeface="Be Vietnam Pro"/>
                  <a:cs typeface="Be Vietnam Pro"/>
                  <a:sym typeface="Be Vietnam Pro"/>
                </a:rPr>
                <a:t>Khuyến nghị cải thiện</a:t>
              </a:r>
              <a:endParaRPr b="1" sz="1600">
                <a:solidFill>
                  <a:srgbClr val="0E1D35"/>
                </a:solidFill>
                <a:latin typeface="Be Vietnam Pro"/>
                <a:ea typeface="Be Vietnam Pro"/>
                <a:cs typeface="Be Vietnam Pro"/>
                <a:sym typeface="Be Vietnam Pro"/>
              </a:endParaRPr>
            </a:p>
            <a:p>
              <a:pPr indent="0" lvl="0" marL="0" rtl="0" algn="l">
                <a:spcBef>
                  <a:spcPts val="1125"/>
                </a:spcBef>
                <a:spcAft>
                  <a:spcPts val="0"/>
                </a:spcAft>
                <a:buNone/>
              </a:pPr>
              <a:r>
                <a:rPr b="1" lang="en" sz="1150">
                  <a:solidFill>
                    <a:srgbClr val="0E1D35"/>
                  </a:solidFill>
                  <a:latin typeface="Be Vietnam Pro"/>
                  <a:ea typeface="Be Vietnam Pro"/>
                  <a:cs typeface="Be Vietnam Pro"/>
                  <a:sym typeface="Be Vietnam Pro"/>
                </a:rPr>
                <a:t>Tổ chức lại data:</a:t>
              </a:r>
              <a:r>
                <a:rPr lang="en" sz="1150">
                  <a:solidFill>
                    <a:srgbClr val="334155"/>
                  </a:solidFill>
                  <a:latin typeface="Be Vietnam Pro"/>
                  <a:ea typeface="Be Vietnam Pro"/>
                  <a:cs typeface="Be Vietnam Pro"/>
                  <a:sym typeface="Be Vietnam Pro"/>
                </a:rPr>
                <a:t> Cần bổ sung phân quyền hoặc tái cấu trúc luồng lưu trữ để ghi nhận giá trị của những giỏ hàng chưa hoàn tất thanh toán.</a:t>
              </a:r>
              <a:endParaRPr sz="1150">
                <a:solidFill>
                  <a:srgbClr val="334155"/>
                </a:solidFill>
                <a:latin typeface="Be Vietnam Pro"/>
                <a:ea typeface="Be Vietnam Pro"/>
                <a:cs typeface="Be Vietnam Pro"/>
                <a:sym typeface="Be Vietnam Pro"/>
              </a:endParaRPr>
            </a:p>
            <a:p>
              <a:pPr indent="0" lvl="0" marL="0" rtl="0" algn="l">
                <a:spcBef>
                  <a:spcPts val="600"/>
                </a:spcBef>
                <a:spcAft>
                  <a:spcPts val="0"/>
                </a:spcAft>
                <a:buNone/>
              </a:pPr>
              <a:r>
                <a:rPr b="1" lang="en" sz="1150">
                  <a:solidFill>
                    <a:srgbClr val="0E1D35"/>
                  </a:solidFill>
                  <a:latin typeface="Be Vietnam Pro"/>
                  <a:ea typeface="Be Vietnam Pro"/>
                  <a:cs typeface="Be Vietnam Pro"/>
                  <a:sym typeface="Be Vietnam Pro"/>
                </a:rPr>
                <a:t>Phân tích sâu hơn:</a:t>
              </a:r>
              <a:r>
                <a:rPr lang="en" sz="1150">
                  <a:solidFill>
                    <a:srgbClr val="334155"/>
                  </a:solidFill>
                  <a:latin typeface="Be Vietnam Pro"/>
                  <a:ea typeface="Be Vietnam Pro"/>
                  <a:cs typeface="Be Vietnam Pro"/>
                  <a:sym typeface="Be Vietnam Pro"/>
                </a:rPr>
                <a:t> Đánh giá chi tiết hiệu quả của 2 trang thanh toán hiện tại khi có đủ dữ liệu hành vi của nhóm drop-off.</a:t>
              </a:r>
              <a:endParaRPr sz="1150">
                <a:solidFill>
                  <a:srgbClr val="334155"/>
                </a:solidFill>
                <a:latin typeface="Be Vietnam Pro"/>
                <a:ea typeface="Be Vietnam Pro"/>
                <a:cs typeface="Be Vietnam Pro"/>
                <a:sym typeface="Be Vietnam Pro"/>
              </a:endParaRPr>
            </a:p>
            <a:p>
              <a:pPr indent="0" lvl="0" marL="0" rtl="0" algn="l">
                <a:spcBef>
                  <a:spcPts val="600"/>
                </a:spcBef>
                <a:spcAft>
                  <a:spcPts val="600"/>
                </a:spcAft>
                <a:buNone/>
              </a:pPr>
              <a:r>
                <a:rPr b="1" lang="en" sz="1150">
                  <a:solidFill>
                    <a:srgbClr val="38761D"/>
                  </a:solidFill>
                  <a:latin typeface="Be Vietnam Pro"/>
                  <a:ea typeface="Be Vietnam Pro"/>
                  <a:cs typeface="Be Vietnam Pro"/>
                  <a:sym typeface="Be Vietnam Pro"/>
                </a:rPr>
                <a:t>→ Mục tiêu cuối cùng: Cải thiện tối đa trải nghiệm của người mua hàng ở bước quyết định thanh toán.</a:t>
              </a:r>
              <a:endParaRPr b="1" sz="1150">
                <a:solidFill>
                  <a:srgbClr val="38761D"/>
                </a:solidFill>
                <a:latin typeface="Be Vietnam Pro"/>
                <a:ea typeface="Be Vietnam Pro"/>
                <a:cs typeface="Be Vietnam Pro"/>
                <a:sym typeface="Be Vietnam Pro"/>
              </a:endParaRPr>
            </a:p>
          </p:txBody>
        </p:sp>
      </p:grpSp>
      <p:sp>
        <p:nvSpPr>
          <p:cNvPr id="1825" name="Google Shape;1825;p182"/>
          <p:cNvSpPr txBox="1"/>
          <p:nvPr/>
        </p:nvSpPr>
        <p:spPr>
          <a:xfrm>
            <a:off x="113049" y="4413228"/>
            <a:ext cx="3109800" cy="29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p183"/>
          <p:cNvSpPr/>
          <p:nvPr/>
        </p:nvSpPr>
        <p:spPr>
          <a:xfrm>
            <a:off x="310350" y="156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831" name="Google Shape;1831;p183"/>
          <p:cNvGrpSpPr/>
          <p:nvPr/>
        </p:nvGrpSpPr>
        <p:grpSpPr>
          <a:xfrm>
            <a:off x="156" y="4752520"/>
            <a:ext cx="9143993" cy="396904"/>
            <a:chOff x="7944300" y="2494350"/>
            <a:chExt cx="1199700" cy="2654875"/>
          </a:xfrm>
        </p:grpSpPr>
        <p:sp>
          <p:nvSpPr>
            <p:cNvPr id="1832" name="Google Shape;1832;p183"/>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3" name="Google Shape;1833;p183"/>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4" name="Google Shape;1834;p183"/>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5" name="Google Shape;1835;p183"/>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836" name="Google Shape;1836;p183"/>
          <p:cNvSpPr txBox="1"/>
          <p:nvPr>
            <p:ph idx="4294967295" type="subTitle"/>
          </p:nvPr>
        </p:nvSpPr>
        <p:spPr>
          <a:xfrm>
            <a:off x="70550" y="4413225"/>
            <a:ext cx="3126000" cy="29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
        <p:nvSpPr>
          <p:cNvPr id="1837" name="Google Shape;1837;p183"/>
          <p:cNvSpPr txBox="1"/>
          <p:nvPr>
            <p:ph type="title"/>
          </p:nvPr>
        </p:nvSpPr>
        <p:spPr>
          <a:xfrm>
            <a:off x="310350" y="316575"/>
            <a:ext cx="4707600" cy="56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Be Vietnam Pro"/>
                <a:ea typeface="Be Vietnam Pro"/>
                <a:cs typeface="Be Vietnam Pro"/>
                <a:sym typeface="Be Vietnam Pro"/>
              </a:rPr>
              <a:t>Công việc cần triển khai</a:t>
            </a:r>
            <a:endParaRPr b="1" sz="2100">
              <a:latin typeface="Be Vietnam Pro"/>
              <a:ea typeface="Be Vietnam Pro"/>
              <a:cs typeface="Be Vietnam Pro"/>
              <a:sym typeface="Be Vietnam Pro"/>
            </a:endParaRPr>
          </a:p>
        </p:txBody>
      </p:sp>
      <p:grpSp>
        <p:nvGrpSpPr>
          <p:cNvPr id="1838" name="Google Shape;1838;p183"/>
          <p:cNvGrpSpPr/>
          <p:nvPr/>
        </p:nvGrpSpPr>
        <p:grpSpPr>
          <a:xfrm>
            <a:off x="428625" y="1095375"/>
            <a:ext cx="2619300" cy="3190800"/>
            <a:chOff x="0" y="0"/>
            <a:chExt cx="2619300" cy="3190800"/>
          </a:xfrm>
        </p:grpSpPr>
        <p:sp>
          <p:nvSpPr>
            <p:cNvPr id="1839" name="Google Shape;1839;p183"/>
            <p:cNvSpPr/>
            <p:nvPr/>
          </p:nvSpPr>
          <p:spPr>
            <a:xfrm>
              <a:off x="0" y="0"/>
              <a:ext cx="2619300" cy="3190800"/>
            </a:xfrm>
            <a:prstGeom prst="roundRect">
              <a:avLst>
                <a:gd fmla="val 2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0" name="Google Shape;1840;p183"/>
            <p:cNvSpPr/>
            <p:nvPr/>
          </p:nvSpPr>
          <p:spPr>
            <a:xfrm>
              <a:off x="0" y="0"/>
              <a:ext cx="57300" cy="3190800"/>
            </a:xfrm>
            <a:prstGeom prst="roundRect">
              <a:avLst>
                <a:gd fmla="val 50000" name="adj"/>
              </a:avLst>
            </a:prstGeom>
            <a:solidFill>
              <a:srgbClr val="1525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1" name="Google Shape;1841;p183"/>
            <p:cNvSpPr txBox="1"/>
            <p:nvPr/>
          </p:nvSpPr>
          <p:spPr>
            <a:xfrm>
              <a:off x="0" y="0"/>
              <a:ext cx="2619300" cy="3190800"/>
            </a:xfrm>
            <a:prstGeom prst="rect">
              <a:avLst/>
            </a:prstGeom>
            <a:noFill/>
            <a:ln>
              <a:noFill/>
            </a:ln>
          </p:spPr>
          <p:txBody>
            <a:bodyPr anchorCtr="0" anchor="t" bIns="190500" lIns="238125" spcFirstLastPara="1" rIns="142875" wrap="square" tIns="190500">
              <a:noAutofit/>
            </a:bodyPr>
            <a:lstStyle/>
            <a:p>
              <a:pPr indent="0" lvl="0" marL="0" rtl="0" algn="l">
                <a:spcBef>
                  <a:spcPts val="0"/>
                </a:spcBef>
                <a:spcAft>
                  <a:spcPts val="0"/>
                </a:spcAft>
                <a:buNone/>
              </a:pPr>
              <a:r>
                <a:rPr b="1" lang="en" sz="1400">
                  <a:solidFill>
                    <a:srgbClr val="15253F"/>
                  </a:solidFill>
                  <a:latin typeface="Be Vietnam Pro"/>
                  <a:ea typeface="Be Vietnam Pro"/>
                  <a:cs typeface="Be Vietnam Pro"/>
                  <a:sym typeface="Be Vietnam Pro"/>
                </a:rPr>
                <a:t>A. Product &amp; Tech</a:t>
              </a:r>
              <a:endParaRPr b="1" sz="1400">
                <a:solidFill>
                  <a:srgbClr val="15253F"/>
                </a:solidFill>
                <a:latin typeface="Be Vietnam Pro"/>
                <a:ea typeface="Be Vietnam Pro"/>
                <a:cs typeface="Be Vietnam Pro"/>
                <a:sym typeface="Be Vietnam Pro"/>
              </a:endParaRPr>
            </a:p>
            <a:p>
              <a:pPr indent="0" lvl="0" marL="0" rtl="0" algn="l">
                <a:spcBef>
                  <a:spcPts val="1050"/>
                </a:spcBef>
                <a:spcAft>
                  <a:spcPts val="0"/>
                </a:spcAft>
                <a:buNone/>
              </a:pPr>
              <a:r>
                <a:rPr b="1" lang="en" sz="1050">
                  <a:solidFill>
                    <a:srgbClr val="DC2626"/>
                  </a:solidFill>
                  <a:latin typeface="Be Vietnam Pro"/>
                  <a:ea typeface="Be Vietnam Pro"/>
                  <a:cs typeface="Be Vietnam Pro"/>
                  <a:sym typeface="Be Vietnam Pro"/>
                </a:rPr>
                <a:t>(Ưu tiên):</a:t>
              </a:r>
              <a:r>
                <a:rPr lang="en" sz="1050">
                  <a:solidFill>
                    <a:srgbClr val="334155"/>
                  </a:solidFill>
                  <a:latin typeface="Be Vietnam Pro"/>
                  <a:ea typeface="Be Vietnam Pro"/>
                  <a:cs typeface="Be Vietnam Pro"/>
                  <a:sym typeface="Be Vietnam Pro"/>
                </a:rPr>
                <a:t> Loại bỏ trang /billing và chuyển hướng 100% traffic sang /billing-2.</a:t>
              </a:r>
              <a:endParaRPr sz="1050">
                <a:solidFill>
                  <a:srgbClr val="334155"/>
                </a:solidFill>
                <a:latin typeface="Be Vietnam Pro"/>
                <a:ea typeface="Be Vietnam Pro"/>
                <a:cs typeface="Be Vietnam Pro"/>
                <a:sym typeface="Be Vietnam Pro"/>
              </a:endParaRPr>
            </a:p>
            <a:p>
              <a:pPr indent="0" lvl="0" marL="0" rtl="0" algn="l">
                <a:spcBef>
                  <a:spcPts val="750"/>
                </a:spcBef>
                <a:spcAft>
                  <a:spcPts val="0"/>
                </a:spcAft>
                <a:buNone/>
              </a:pPr>
              <a:r>
                <a:rPr b="1" lang="en" sz="1050">
                  <a:solidFill>
                    <a:srgbClr val="0E1D35"/>
                  </a:solidFill>
                  <a:latin typeface="Be Vietnam Pro"/>
                  <a:ea typeface="Be Vietnam Pro"/>
                  <a:cs typeface="Be Vietnam Pro"/>
                  <a:sym typeface="Be Vietnam Pro"/>
                </a:rPr>
                <a:t>(Ngắn hạn):</a:t>
              </a:r>
              <a:r>
                <a:rPr lang="en" sz="1050">
                  <a:solidFill>
                    <a:srgbClr val="334155"/>
                  </a:solidFill>
                  <a:latin typeface="Be Vietnam Pro"/>
                  <a:ea typeface="Be Vietnam Pro"/>
                  <a:cs typeface="Be Vietnam Pro"/>
                  <a:sym typeface="Be Vietnam Pro"/>
                </a:rPr>
                <a:t> Audit UI/UX luồng điều hướng Mobile; tìm hiểu vì sao CTA điện thoại kém hiệu quả.</a:t>
              </a:r>
              <a:endParaRPr sz="1050">
                <a:solidFill>
                  <a:srgbClr val="334155"/>
                </a:solidFill>
                <a:latin typeface="Be Vietnam Pro"/>
                <a:ea typeface="Be Vietnam Pro"/>
                <a:cs typeface="Be Vietnam Pro"/>
                <a:sym typeface="Be Vietnam Pro"/>
              </a:endParaRPr>
            </a:p>
            <a:p>
              <a:pPr indent="0" lvl="0" marL="0" rtl="0" algn="l">
                <a:spcBef>
                  <a:spcPts val="750"/>
                </a:spcBef>
                <a:spcAft>
                  <a:spcPts val="0"/>
                </a:spcAft>
                <a:buNone/>
              </a:pPr>
              <a:r>
                <a:rPr b="1" lang="en" sz="1050">
                  <a:solidFill>
                    <a:srgbClr val="0E1D35"/>
                  </a:solidFill>
                  <a:latin typeface="Be Vietnam Pro"/>
                  <a:ea typeface="Be Vietnam Pro"/>
                  <a:cs typeface="Be Vietnam Pro"/>
                  <a:sym typeface="Be Vietnam Pro"/>
                </a:rPr>
                <a:t>(Trung hạn):</a:t>
              </a:r>
              <a:r>
                <a:rPr lang="en" sz="1050">
                  <a:solidFill>
                    <a:srgbClr val="334155"/>
                  </a:solidFill>
                  <a:latin typeface="Be Vietnam Pro"/>
                  <a:ea typeface="Be Vietnam Pro"/>
                  <a:cs typeface="Be Vietnam Pro"/>
                  <a:sym typeface="Be Vietnam Pro"/>
                </a:rPr>
                <a:t> Phân tích Lander 3 để làm khuôn mẫu chuẩn tối ưu cho các landing pages khác.</a:t>
              </a:r>
              <a:endParaRPr sz="1050">
                <a:solidFill>
                  <a:srgbClr val="334155"/>
                </a:solidFill>
                <a:latin typeface="Be Vietnam Pro"/>
                <a:ea typeface="Be Vietnam Pro"/>
                <a:cs typeface="Be Vietnam Pro"/>
                <a:sym typeface="Be Vietnam Pro"/>
              </a:endParaRPr>
            </a:p>
          </p:txBody>
        </p:sp>
      </p:grpSp>
      <p:grpSp>
        <p:nvGrpSpPr>
          <p:cNvPr id="1842" name="Google Shape;1842;p183"/>
          <p:cNvGrpSpPr/>
          <p:nvPr/>
        </p:nvGrpSpPr>
        <p:grpSpPr>
          <a:xfrm>
            <a:off x="3257550" y="1095375"/>
            <a:ext cx="2619300" cy="3190800"/>
            <a:chOff x="0" y="0"/>
            <a:chExt cx="2619300" cy="3190800"/>
          </a:xfrm>
        </p:grpSpPr>
        <p:sp>
          <p:nvSpPr>
            <p:cNvPr id="1843" name="Google Shape;1843;p183"/>
            <p:cNvSpPr/>
            <p:nvPr/>
          </p:nvSpPr>
          <p:spPr>
            <a:xfrm>
              <a:off x="0" y="0"/>
              <a:ext cx="2619300" cy="3190800"/>
            </a:xfrm>
            <a:prstGeom prst="roundRect">
              <a:avLst>
                <a:gd fmla="val 2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4" name="Google Shape;1844;p183"/>
            <p:cNvSpPr/>
            <p:nvPr/>
          </p:nvSpPr>
          <p:spPr>
            <a:xfrm>
              <a:off x="0" y="0"/>
              <a:ext cx="57300" cy="3190800"/>
            </a:xfrm>
            <a:prstGeom prst="roundRect">
              <a:avLst>
                <a:gd fmla="val 50000" name="adj"/>
              </a:avLst>
            </a:prstGeom>
            <a:solidFill>
              <a:srgbClr val="2B3B5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5" name="Google Shape;1845;p183"/>
            <p:cNvSpPr txBox="1"/>
            <p:nvPr/>
          </p:nvSpPr>
          <p:spPr>
            <a:xfrm>
              <a:off x="0" y="0"/>
              <a:ext cx="2619300" cy="3190800"/>
            </a:xfrm>
            <a:prstGeom prst="rect">
              <a:avLst/>
            </a:prstGeom>
            <a:noFill/>
            <a:ln>
              <a:noFill/>
            </a:ln>
          </p:spPr>
          <p:txBody>
            <a:bodyPr anchorCtr="0" anchor="t" bIns="190500" lIns="238125" spcFirstLastPara="1" rIns="142875" wrap="square" tIns="190500">
              <a:noAutofit/>
            </a:bodyPr>
            <a:lstStyle/>
            <a:p>
              <a:pPr indent="0" lvl="0" marL="0" rtl="0" algn="l">
                <a:spcBef>
                  <a:spcPts val="0"/>
                </a:spcBef>
                <a:spcAft>
                  <a:spcPts val="0"/>
                </a:spcAft>
                <a:buNone/>
              </a:pPr>
              <a:r>
                <a:rPr b="1" lang="en" sz="1400">
                  <a:solidFill>
                    <a:srgbClr val="2B3B5D"/>
                  </a:solidFill>
                  <a:latin typeface="Be Vietnam Pro"/>
                  <a:ea typeface="Be Vietnam Pro"/>
                  <a:cs typeface="Be Vietnam Pro"/>
                  <a:sym typeface="Be Vietnam Pro"/>
                </a:rPr>
                <a:t>B. Marketing &amp; Growth</a:t>
              </a:r>
              <a:endParaRPr b="1" sz="1400">
                <a:solidFill>
                  <a:srgbClr val="2B3B5D"/>
                </a:solidFill>
                <a:latin typeface="Be Vietnam Pro"/>
                <a:ea typeface="Be Vietnam Pro"/>
                <a:cs typeface="Be Vietnam Pro"/>
                <a:sym typeface="Be Vietnam Pro"/>
              </a:endParaRPr>
            </a:p>
            <a:p>
              <a:pPr indent="0" lvl="0" marL="0" rtl="0" algn="l">
                <a:spcBef>
                  <a:spcPts val="1050"/>
                </a:spcBef>
                <a:spcAft>
                  <a:spcPts val="0"/>
                </a:spcAft>
                <a:buNone/>
              </a:pPr>
              <a:r>
                <a:rPr b="1" lang="en" sz="1050">
                  <a:solidFill>
                    <a:srgbClr val="DC2626"/>
                  </a:solidFill>
                  <a:latin typeface="Be Vietnam Pro"/>
                  <a:ea typeface="Be Vietnam Pro"/>
                  <a:cs typeface="Be Vietnam Pro"/>
                  <a:sym typeface="Be Vietnam Pro"/>
                </a:rPr>
                <a:t>(Ưu tiên):</a:t>
              </a:r>
              <a:r>
                <a:rPr lang="en" sz="1050">
                  <a:solidFill>
                    <a:srgbClr val="334155"/>
                  </a:solidFill>
                  <a:latin typeface="Be Vietnam Pro"/>
                  <a:ea typeface="Be Vietnam Pro"/>
                  <a:cs typeface="Be Vietnam Pro"/>
                  <a:sym typeface="Be Vietnam Pro"/>
                </a:rPr>
                <a:t> Rà soát ngân sách các trang Mobile View Rate &lt; 20%. Tạm ngưng chi tiền cho đến khi fix xong.</a:t>
              </a:r>
              <a:endParaRPr sz="1050">
                <a:solidFill>
                  <a:srgbClr val="334155"/>
                </a:solidFill>
                <a:latin typeface="Be Vietnam Pro"/>
                <a:ea typeface="Be Vietnam Pro"/>
                <a:cs typeface="Be Vietnam Pro"/>
                <a:sym typeface="Be Vietnam Pro"/>
              </a:endParaRPr>
            </a:p>
            <a:p>
              <a:pPr indent="0" lvl="0" marL="0" rtl="0" algn="l">
                <a:spcBef>
                  <a:spcPts val="750"/>
                </a:spcBef>
                <a:spcAft>
                  <a:spcPts val="0"/>
                </a:spcAft>
                <a:buNone/>
              </a:pPr>
              <a:r>
                <a:rPr b="1" lang="en" sz="1050">
                  <a:solidFill>
                    <a:srgbClr val="0E1D35"/>
                  </a:solidFill>
                  <a:latin typeface="Be Vietnam Pro"/>
                  <a:ea typeface="Be Vietnam Pro"/>
                  <a:cs typeface="Be Vietnam Pro"/>
                  <a:sym typeface="Be Vietnam Pro"/>
                </a:rPr>
                <a:t>(Ngắn hạn):</a:t>
              </a:r>
              <a:r>
                <a:rPr lang="en" sz="1050">
                  <a:solidFill>
                    <a:srgbClr val="334155"/>
                  </a:solidFill>
                  <a:latin typeface="Be Vietnam Pro"/>
                  <a:ea typeface="Be Vietnam Pro"/>
                  <a:cs typeface="Be Vietnam Pro"/>
                  <a:sym typeface="Be Vietnam Pro"/>
                </a:rPr>
                <a:t> Dồn ngân sách cho Lander 3 trên Mobile (tỷ lệ chuyển đổi dẫn đầu).</a:t>
              </a:r>
              <a:endParaRPr sz="1050">
                <a:solidFill>
                  <a:srgbClr val="334155"/>
                </a:solidFill>
                <a:latin typeface="Be Vietnam Pro"/>
                <a:ea typeface="Be Vietnam Pro"/>
                <a:cs typeface="Be Vietnam Pro"/>
                <a:sym typeface="Be Vietnam Pro"/>
              </a:endParaRPr>
            </a:p>
            <a:p>
              <a:pPr indent="0" lvl="0" marL="0" rtl="0" algn="l">
                <a:spcBef>
                  <a:spcPts val="750"/>
                </a:spcBef>
                <a:spcAft>
                  <a:spcPts val="0"/>
                </a:spcAft>
                <a:buNone/>
              </a:pPr>
              <a:r>
                <a:rPr b="1" lang="en" sz="1050">
                  <a:solidFill>
                    <a:srgbClr val="0E1D35"/>
                  </a:solidFill>
                  <a:latin typeface="Be Vietnam Pro"/>
                  <a:ea typeface="Be Vietnam Pro"/>
                  <a:cs typeface="Be Vietnam Pro"/>
                  <a:sym typeface="Be Vietnam Pro"/>
                </a:rPr>
                <a:t>(Trung hạn):</a:t>
              </a:r>
              <a:r>
                <a:rPr lang="en" sz="1050">
                  <a:solidFill>
                    <a:srgbClr val="334155"/>
                  </a:solidFill>
                  <a:latin typeface="Be Vietnam Pro"/>
                  <a:ea typeface="Be Vietnam Pro"/>
                  <a:cs typeface="Be Vietnam Pro"/>
                  <a:sym typeface="Be Vietnam Pro"/>
                </a:rPr>
                <a:t> Xem xét chất lượng traffic, tránh nội dung quảng cáo không khớp trang đích.</a:t>
              </a:r>
              <a:endParaRPr sz="1050">
                <a:solidFill>
                  <a:srgbClr val="334155"/>
                </a:solidFill>
                <a:latin typeface="Be Vietnam Pro"/>
                <a:ea typeface="Be Vietnam Pro"/>
                <a:cs typeface="Be Vietnam Pro"/>
                <a:sym typeface="Be Vietnam Pro"/>
              </a:endParaRPr>
            </a:p>
          </p:txBody>
        </p:sp>
      </p:grpSp>
      <p:grpSp>
        <p:nvGrpSpPr>
          <p:cNvPr id="1846" name="Google Shape;1846;p183"/>
          <p:cNvGrpSpPr/>
          <p:nvPr/>
        </p:nvGrpSpPr>
        <p:grpSpPr>
          <a:xfrm>
            <a:off x="6096000" y="1095375"/>
            <a:ext cx="2619300" cy="3190800"/>
            <a:chOff x="0" y="0"/>
            <a:chExt cx="2619300" cy="3190800"/>
          </a:xfrm>
        </p:grpSpPr>
        <p:sp>
          <p:nvSpPr>
            <p:cNvPr id="1847" name="Google Shape;1847;p183"/>
            <p:cNvSpPr/>
            <p:nvPr/>
          </p:nvSpPr>
          <p:spPr>
            <a:xfrm>
              <a:off x="0" y="0"/>
              <a:ext cx="2619300" cy="3190800"/>
            </a:xfrm>
            <a:prstGeom prst="roundRect">
              <a:avLst>
                <a:gd fmla="val 2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8" name="Google Shape;1848;p183"/>
            <p:cNvSpPr/>
            <p:nvPr/>
          </p:nvSpPr>
          <p:spPr>
            <a:xfrm>
              <a:off x="0" y="0"/>
              <a:ext cx="57300" cy="3190800"/>
            </a:xfrm>
            <a:prstGeom prst="roundRect">
              <a:avLst>
                <a:gd fmla="val 50000" name="adj"/>
              </a:avLst>
            </a:prstGeom>
            <a:solidFill>
              <a:srgbClr val="7C85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9" name="Google Shape;1849;p183"/>
            <p:cNvSpPr txBox="1"/>
            <p:nvPr/>
          </p:nvSpPr>
          <p:spPr>
            <a:xfrm>
              <a:off x="0" y="0"/>
              <a:ext cx="2619300" cy="3190800"/>
            </a:xfrm>
            <a:prstGeom prst="rect">
              <a:avLst/>
            </a:prstGeom>
            <a:noFill/>
            <a:ln>
              <a:noFill/>
            </a:ln>
          </p:spPr>
          <p:txBody>
            <a:bodyPr anchorCtr="0" anchor="t" bIns="190500" lIns="238125" spcFirstLastPara="1" rIns="142875" wrap="square" tIns="190500">
              <a:noAutofit/>
            </a:bodyPr>
            <a:lstStyle/>
            <a:p>
              <a:pPr indent="0" lvl="0" marL="0" rtl="0" algn="l">
                <a:spcBef>
                  <a:spcPts val="0"/>
                </a:spcBef>
                <a:spcAft>
                  <a:spcPts val="0"/>
                </a:spcAft>
                <a:buNone/>
              </a:pPr>
              <a:r>
                <a:rPr b="1" lang="en" sz="1400">
                  <a:solidFill>
                    <a:srgbClr val="5A6578"/>
                  </a:solidFill>
                  <a:latin typeface="Be Vietnam Pro"/>
                  <a:ea typeface="Be Vietnam Pro"/>
                  <a:cs typeface="Be Vietnam Pro"/>
                  <a:sym typeface="Be Vietnam Pro"/>
                </a:rPr>
                <a:t>C. Data &amp; Analytics</a:t>
              </a:r>
              <a:endParaRPr b="1" sz="1400">
                <a:solidFill>
                  <a:srgbClr val="5A6578"/>
                </a:solidFill>
                <a:latin typeface="Be Vietnam Pro"/>
                <a:ea typeface="Be Vietnam Pro"/>
                <a:cs typeface="Be Vietnam Pro"/>
                <a:sym typeface="Be Vietnam Pro"/>
              </a:endParaRPr>
            </a:p>
            <a:p>
              <a:pPr indent="0" lvl="0" marL="0" rtl="0" algn="l">
                <a:spcBef>
                  <a:spcPts val="1050"/>
                </a:spcBef>
                <a:spcAft>
                  <a:spcPts val="0"/>
                </a:spcAft>
                <a:buNone/>
              </a:pPr>
              <a:r>
                <a:rPr b="1" lang="en" sz="1050">
                  <a:solidFill>
                    <a:srgbClr val="0E1D35"/>
                  </a:solidFill>
                  <a:latin typeface="Be Vietnam Pro"/>
                  <a:ea typeface="Be Vietnam Pro"/>
                  <a:cs typeface="Be Vietnam Pro"/>
                  <a:sym typeface="Be Vietnam Pro"/>
                </a:rPr>
                <a:t>(Theo dõi):</a:t>
              </a:r>
              <a:r>
                <a:rPr lang="en" sz="1050">
                  <a:solidFill>
                    <a:srgbClr val="334155"/>
                  </a:solidFill>
                  <a:latin typeface="Be Vietnam Pro"/>
                  <a:ea typeface="Be Vietnam Pro"/>
                  <a:cs typeface="Be Vietnam Pro"/>
                  <a:sym typeface="Be Vietnam Pro"/>
                </a:rPr>
                <a:t> Thiết lập dashboard real-time doanh thu và CR cho trang /billing-2 trong tháng tới (xem có đạt kỳ vọng không).</a:t>
              </a:r>
              <a:endParaRPr sz="1050">
                <a:solidFill>
                  <a:srgbClr val="334155"/>
                </a:solidFill>
                <a:latin typeface="Be Vietnam Pro"/>
                <a:ea typeface="Be Vietnam Pro"/>
                <a:cs typeface="Be Vietnam Pro"/>
                <a:sym typeface="Be Vietnam Pro"/>
              </a:endParaRPr>
            </a:p>
            <a:p>
              <a:pPr indent="0" lvl="0" marL="0" rtl="0" algn="l">
                <a:spcBef>
                  <a:spcPts val="750"/>
                </a:spcBef>
                <a:spcAft>
                  <a:spcPts val="0"/>
                </a:spcAft>
                <a:buNone/>
              </a:pPr>
              <a:r>
                <a:rPr b="1" lang="en" sz="1050">
                  <a:solidFill>
                    <a:srgbClr val="0E1D35"/>
                  </a:solidFill>
                  <a:latin typeface="Be Vietnam Pro"/>
                  <a:ea typeface="Be Vietnam Pro"/>
                  <a:cs typeface="Be Vietnam Pro"/>
                  <a:sym typeface="Be Vietnam Pro"/>
                </a:rPr>
                <a:t>(Phân tích sâu):</a:t>
              </a:r>
              <a:r>
                <a:rPr lang="en" sz="1050">
                  <a:solidFill>
                    <a:srgbClr val="334155"/>
                  </a:solidFill>
                  <a:latin typeface="Be Vietnam Pro"/>
                  <a:ea typeface="Be Vietnam Pro"/>
                  <a:cs typeface="Be Vietnam Pro"/>
                  <a:sym typeface="Be Vietnam Pro"/>
                </a:rPr>
                <a:t> Gắn tracking Heatmap vào các trang Mobile để hỗ trợ team UI/UX tối ưu.</a:t>
              </a:r>
              <a:endParaRPr sz="1050">
                <a:solidFill>
                  <a:srgbClr val="334155"/>
                </a:solidFill>
                <a:latin typeface="Be Vietnam Pro"/>
                <a:ea typeface="Be Vietnam Pro"/>
                <a:cs typeface="Be Vietnam Pro"/>
                <a:sym typeface="Be Vietnam Pro"/>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p184"/>
          <p:cNvSpPr txBox="1"/>
          <p:nvPr>
            <p:ph type="title"/>
          </p:nvPr>
        </p:nvSpPr>
        <p:spPr>
          <a:xfrm>
            <a:off x="1199700" y="2118550"/>
            <a:ext cx="6744600" cy="10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latin typeface="Be Vietnam Pro ExtraBold"/>
                <a:ea typeface="Be Vietnam Pro ExtraBold"/>
                <a:cs typeface="Be Vietnam Pro ExtraBold"/>
                <a:sym typeface="Be Vietnam Pro ExtraBold"/>
              </a:rPr>
              <a:t>Xin chân thành cảm ơn</a:t>
            </a:r>
            <a:endParaRPr sz="3900">
              <a:latin typeface="Be Vietnam Pro ExtraBold"/>
              <a:ea typeface="Be Vietnam Pro ExtraBold"/>
              <a:cs typeface="Be Vietnam Pro ExtraBold"/>
              <a:sym typeface="Be Vietnam Pro ExtraBold"/>
            </a:endParaRPr>
          </a:p>
        </p:txBody>
      </p:sp>
      <p:sp>
        <p:nvSpPr>
          <p:cNvPr id="1855" name="Google Shape;1855;p184"/>
          <p:cNvSpPr txBox="1"/>
          <p:nvPr>
            <p:ph idx="1" type="subTitle"/>
          </p:nvPr>
        </p:nvSpPr>
        <p:spPr>
          <a:xfrm>
            <a:off x="2817525" y="3212000"/>
            <a:ext cx="3509100" cy="41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Be Vietnam Pro Medium"/>
                <a:ea typeface="Be Vietnam Pro Medium"/>
                <a:cs typeface="Be Vietnam Pro Medium"/>
                <a:sym typeface="Be Vietnam Pro Medium"/>
              </a:rPr>
              <a:t>Kết thúc bài báo cáo</a:t>
            </a:r>
            <a:endParaRPr i="1">
              <a:latin typeface="Be Vietnam Pro Medium"/>
              <a:ea typeface="Be Vietnam Pro Medium"/>
              <a:cs typeface="Be Vietnam Pro Medium"/>
              <a:sym typeface="Be Vietnam Pro Medium"/>
            </a:endParaRPr>
          </a:p>
        </p:txBody>
      </p:sp>
      <p:sp>
        <p:nvSpPr>
          <p:cNvPr id="1856" name="Google Shape;1856;p184"/>
          <p:cNvSpPr/>
          <p:nvPr/>
        </p:nvSpPr>
        <p:spPr>
          <a:xfrm>
            <a:off x="3847050" y="18818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857" name="Google Shape;1857;p184"/>
          <p:cNvGrpSpPr/>
          <p:nvPr/>
        </p:nvGrpSpPr>
        <p:grpSpPr>
          <a:xfrm>
            <a:off x="0" y="0"/>
            <a:ext cx="1199700" cy="2654850"/>
            <a:chOff x="0" y="0"/>
            <a:chExt cx="1199700" cy="2654850"/>
          </a:xfrm>
        </p:grpSpPr>
        <p:sp>
          <p:nvSpPr>
            <p:cNvPr id="1858" name="Google Shape;1858;p184"/>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59" name="Google Shape;1859;p184"/>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60" name="Google Shape;1860;p184"/>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61" name="Google Shape;1861;p184"/>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862" name="Google Shape;1862;p184"/>
          <p:cNvGrpSpPr/>
          <p:nvPr/>
        </p:nvGrpSpPr>
        <p:grpSpPr>
          <a:xfrm>
            <a:off x="7944300" y="2494350"/>
            <a:ext cx="1199700" cy="2654875"/>
            <a:chOff x="7944300" y="2494350"/>
            <a:chExt cx="1199700" cy="2654875"/>
          </a:xfrm>
        </p:grpSpPr>
        <p:sp>
          <p:nvSpPr>
            <p:cNvPr id="1863" name="Google Shape;1863;p184"/>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64" name="Google Shape;1864;p184"/>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65" name="Google Shape;1865;p184"/>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66" name="Google Shape;1866;p184"/>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867" name="Google Shape;1867;p184"/>
          <p:cNvSpPr txBox="1"/>
          <p:nvPr>
            <p:ph idx="4294967295" type="subTitle"/>
          </p:nvPr>
        </p:nvSpPr>
        <p:spPr>
          <a:xfrm>
            <a:off x="113050" y="4608750"/>
            <a:ext cx="31098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lt2"/>
                </a:solidFill>
                <a:latin typeface="Be Vietnam Pro"/>
                <a:ea typeface="Be Vietnam Pro"/>
                <a:cs typeface="Be Vietnam Pro"/>
                <a:sym typeface="Be Vietnam Pro"/>
              </a:rPr>
              <a:t>Báo cáo phân tích - Nguyễn Đức Phúc Kiên</a:t>
            </a:r>
            <a:endParaRPr i="1" sz="1100">
              <a:solidFill>
                <a:schemeClr val="lt2"/>
              </a:solidFill>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